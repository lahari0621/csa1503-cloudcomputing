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76" r:id="rId9"/>
    <p:sldId id="262" r:id="rId10"/>
    <p:sldId id="270" r:id="rId11"/>
    <p:sldId id="279" r:id="rId12"/>
    <p:sldId id="269" r:id="rId13"/>
    <p:sldId id="263" r:id="rId14"/>
    <p:sldId id="264" r:id="rId15"/>
    <p:sldId id="278" r:id="rId16"/>
    <p:sldId id="265" r:id="rId17"/>
    <p:sldId id="266" r:id="rId18"/>
    <p:sldId id="267" r:id="rId19"/>
    <p:sldId id="274" r:id="rId20"/>
    <p:sldId id="26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D1C39-2D00-4D05-AC27-53CA4C37F6AE}" v="203" dt="2025-05-16T03:33:04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3" d="100"/>
          <a:sy n="73" d="100"/>
        </p:scale>
        <p:origin x="104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hari Sai" userId="1942a5df8d8ec0b5" providerId="LiveId" clId="{CC7D1C39-2D00-4D05-AC27-53CA4C37F6AE}"/>
    <pc:docChg chg="undo redo custSel addSld delSld modSld sldOrd">
      <pc:chgData name="Lahari Sai" userId="1942a5df8d8ec0b5" providerId="LiveId" clId="{CC7D1C39-2D00-4D05-AC27-53CA4C37F6AE}" dt="2025-05-16T04:30:11.344" v="898" actId="27636"/>
      <pc:docMkLst>
        <pc:docMk/>
      </pc:docMkLst>
      <pc:sldChg chg="modSp mod">
        <pc:chgData name="Lahari Sai" userId="1942a5df8d8ec0b5" providerId="LiveId" clId="{CC7D1C39-2D00-4D05-AC27-53CA4C37F6AE}" dt="2025-05-16T04:30:11.344" v="898" actId="27636"/>
        <pc:sldMkLst>
          <pc:docMk/>
          <pc:sldMk cId="0" sldId="256"/>
        </pc:sldMkLst>
        <pc:spChg chg="mod">
          <ac:chgData name="Lahari Sai" userId="1942a5df8d8ec0b5" providerId="LiveId" clId="{CC7D1C39-2D00-4D05-AC27-53CA4C37F6AE}" dt="2025-05-16T04:30:11.344" v="898" actId="27636"/>
          <ac:spMkLst>
            <pc:docMk/>
            <pc:sldMk cId="0" sldId="256"/>
            <ac:spMk id="1048586" creationId="{00000000-0000-0000-0000-000000000000}"/>
          </ac:spMkLst>
        </pc:spChg>
        <pc:spChg chg="mod">
          <ac:chgData name="Lahari Sai" userId="1942a5df8d8ec0b5" providerId="LiveId" clId="{CC7D1C39-2D00-4D05-AC27-53CA4C37F6AE}" dt="2025-05-16T04:02:20.964" v="896" actId="27636"/>
          <ac:spMkLst>
            <pc:docMk/>
            <pc:sldMk cId="0" sldId="256"/>
            <ac:spMk id="1048587" creationId="{00000000-0000-0000-0000-000000000000}"/>
          </ac:spMkLst>
        </pc:spChg>
      </pc:sldChg>
      <pc:sldChg chg="addSp modSp mod">
        <pc:chgData name="Lahari Sai" userId="1942a5df8d8ec0b5" providerId="LiveId" clId="{CC7D1C39-2D00-4D05-AC27-53CA4C37F6AE}" dt="2025-05-16T03:33:55.036" v="769" actId="12"/>
        <pc:sldMkLst>
          <pc:docMk/>
          <pc:sldMk cId="0" sldId="257"/>
        </pc:sldMkLst>
        <pc:spChg chg="add">
          <ac:chgData name="Lahari Sai" userId="1942a5df8d8ec0b5" providerId="LiveId" clId="{CC7D1C39-2D00-4D05-AC27-53CA4C37F6AE}" dt="2025-05-16T03:32:50.687" v="722"/>
          <ac:spMkLst>
            <pc:docMk/>
            <pc:sldMk cId="0" sldId="257"/>
            <ac:spMk id="2" creationId="{7079E4E7-1A81-7559-24C5-8479147962F6}"/>
          </ac:spMkLst>
        </pc:spChg>
        <pc:spChg chg="add">
          <ac:chgData name="Lahari Sai" userId="1942a5df8d8ec0b5" providerId="LiveId" clId="{CC7D1C39-2D00-4D05-AC27-53CA4C37F6AE}" dt="2025-05-16T03:32:56.397" v="725"/>
          <ac:spMkLst>
            <pc:docMk/>
            <pc:sldMk cId="0" sldId="257"/>
            <ac:spMk id="3" creationId="{9EFDB02C-941D-B26B-3741-E173FC2144DF}"/>
          </ac:spMkLst>
        </pc:spChg>
        <pc:spChg chg="add">
          <ac:chgData name="Lahari Sai" userId="1942a5df8d8ec0b5" providerId="LiveId" clId="{CC7D1C39-2D00-4D05-AC27-53CA4C37F6AE}" dt="2025-05-16T03:32:59.840" v="728"/>
          <ac:spMkLst>
            <pc:docMk/>
            <pc:sldMk cId="0" sldId="257"/>
            <ac:spMk id="4" creationId="{9B608DA2-2328-7371-C6E9-F2E6D6DB11EF}"/>
          </ac:spMkLst>
        </pc:spChg>
        <pc:spChg chg="mod">
          <ac:chgData name="Lahari Sai" userId="1942a5df8d8ec0b5" providerId="LiveId" clId="{CC7D1C39-2D00-4D05-AC27-53CA4C37F6AE}" dt="2025-05-16T03:33:55.036" v="769" actId="12"/>
          <ac:spMkLst>
            <pc:docMk/>
            <pc:sldMk cId="0" sldId="257"/>
            <ac:spMk id="1048594" creationId="{00000000-0000-0000-0000-000000000000}"/>
          </ac:spMkLst>
        </pc:spChg>
        <pc:picChg chg="add mod">
          <ac:chgData name="Lahari Sai" userId="1942a5df8d8ec0b5" providerId="LiveId" clId="{CC7D1C39-2D00-4D05-AC27-53CA4C37F6AE}" dt="2025-05-16T02:53:13.562" v="604" actId="1076"/>
          <ac:picMkLst>
            <pc:docMk/>
            <pc:sldMk cId="0" sldId="257"/>
            <ac:picMk id="1026" creationId="{DC46D117-E2C5-B0F6-9405-648ED936D8D7}"/>
          </ac:picMkLst>
        </pc:picChg>
        <pc:picChg chg="add mod">
          <ac:chgData name="Lahari Sai" userId="1942a5df8d8ec0b5" providerId="LiveId" clId="{CC7D1C39-2D00-4D05-AC27-53CA4C37F6AE}" dt="2025-05-16T02:54:27.914" v="621" actId="1076"/>
          <ac:picMkLst>
            <pc:docMk/>
            <pc:sldMk cId="0" sldId="257"/>
            <ac:picMk id="1028" creationId="{874C24B3-DBBD-C4DD-011F-B2544676BD0F}"/>
          </ac:picMkLst>
        </pc:picChg>
      </pc:sldChg>
      <pc:sldChg chg="addSp delSp modSp mod">
        <pc:chgData name="Lahari Sai" userId="1942a5df8d8ec0b5" providerId="LiveId" clId="{CC7D1C39-2D00-4D05-AC27-53CA4C37F6AE}" dt="2025-05-15T16:14:11.776" v="527"/>
        <pc:sldMkLst>
          <pc:docMk/>
          <pc:sldMk cId="0" sldId="258"/>
        </pc:sldMkLst>
        <pc:spChg chg="add del mod">
          <ac:chgData name="Lahari Sai" userId="1942a5df8d8ec0b5" providerId="LiveId" clId="{CC7D1C39-2D00-4D05-AC27-53CA4C37F6AE}" dt="2025-05-15T15:36:12.028" v="130" actId="11529"/>
          <ac:spMkLst>
            <pc:docMk/>
            <pc:sldMk cId="0" sldId="258"/>
            <ac:spMk id="4" creationId="{29C81474-D241-717B-F5AE-A9A86136B773}"/>
          </ac:spMkLst>
        </pc:spChg>
        <pc:spChg chg="add mod">
          <ac:chgData name="Lahari Sai" userId="1942a5df8d8ec0b5" providerId="LiveId" clId="{CC7D1C39-2D00-4D05-AC27-53CA4C37F6AE}" dt="2025-05-15T16:04:35.449" v="427"/>
          <ac:spMkLst>
            <pc:docMk/>
            <pc:sldMk cId="0" sldId="258"/>
            <ac:spMk id="8" creationId="{97F916AC-C397-276A-5721-6CBDF1F01F1F}"/>
          </ac:spMkLst>
        </pc:spChg>
        <pc:spChg chg="add mod">
          <ac:chgData name="Lahari Sai" userId="1942a5df8d8ec0b5" providerId="LiveId" clId="{CC7D1C39-2D00-4D05-AC27-53CA4C37F6AE}" dt="2025-05-15T16:04:35.449" v="427"/>
          <ac:spMkLst>
            <pc:docMk/>
            <pc:sldMk cId="0" sldId="258"/>
            <ac:spMk id="9" creationId="{0CE5E693-B6D6-FEB9-DC62-D3A8601082C2}"/>
          </ac:spMkLst>
        </pc:spChg>
        <pc:spChg chg="add mod">
          <ac:chgData name="Lahari Sai" userId="1942a5df8d8ec0b5" providerId="LiveId" clId="{CC7D1C39-2D00-4D05-AC27-53CA4C37F6AE}" dt="2025-05-15T16:04:35.001" v="425"/>
          <ac:spMkLst>
            <pc:docMk/>
            <pc:sldMk cId="0" sldId="258"/>
            <ac:spMk id="10" creationId="{25AFA579-E734-BF35-AC82-8BB1A4AE9A30}"/>
          </ac:spMkLst>
        </pc:spChg>
        <pc:spChg chg="add mod">
          <ac:chgData name="Lahari Sai" userId="1942a5df8d8ec0b5" providerId="LiveId" clId="{CC7D1C39-2D00-4D05-AC27-53CA4C37F6AE}" dt="2025-05-15T16:03:12.731" v="412"/>
          <ac:spMkLst>
            <pc:docMk/>
            <pc:sldMk cId="0" sldId="258"/>
            <ac:spMk id="11" creationId="{EAFBE5B7-C6BC-DD9E-2F8F-A2FE92EA63B0}"/>
          </ac:spMkLst>
        </pc:spChg>
        <pc:spChg chg="add del mod">
          <ac:chgData name="Lahari Sai" userId="1942a5df8d8ec0b5" providerId="LiveId" clId="{CC7D1C39-2D00-4D05-AC27-53CA4C37F6AE}" dt="2025-05-15T16:06:40.938" v="437" actId="478"/>
          <ac:spMkLst>
            <pc:docMk/>
            <pc:sldMk cId="0" sldId="258"/>
            <ac:spMk id="1048596" creationId="{00000000-0000-0000-0000-000000000000}"/>
          </ac:spMkLst>
        </pc:spChg>
        <pc:grpChg chg="add mod">
          <ac:chgData name="Lahari Sai" userId="1942a5df8d8ec0b5" providerId="LiveId" clId="{CC7D1C39-2D00-4D05-AC27-53CA4C37F6AE}" dt="2025-05-15T16:04:35.449" v="427"/>
          <ac:grpSpMkLst>
            <pc:docMk/>
            <pc:sldMk cId="0" sldId="258"/>
            <ac:grpSpMk id="7" creationId="{54B749AF-B8A8-B1E6-1157-9C0F4D7385EC}"/>
          </ac:grpSpMkLst>
        </pc:grpChg>
        <pc:graphicFrameChg chg="add del modGraphic">
          <ac:chgData name="Lahari Sai" userId="1942a5df8d8ec0b5" providerId="LiveId" clId="{CC7D1C39-2D00-4D05-AC27-53CA4C37F6AE}" dt="2025-05-15T15:34:19.832" v="118" actId="1032"/>
          <ac:graphicFrameMkLst>
            <pc:docMk/>
            <pc:sldMk cId="0" sldId="258"/>
            <ac:graphicFrameMk id="3" creationId="{D6F8B436-C204-153D-69FF-1E3F35137CFD}"/>
          </ac:graphicFrameMkLst>
        </pc:graphicFrameChg>
        <pc:graphicFrameChg chg="add del mod modGraphic">
          <ac:chgData name="Lahari Sai" userId="1942a5df8d8ec0b5" providerId="LiveId" clId="{CC7D1C39-2D00-4D05-AC27-53CA4C37F6AE}" dt="2025-05-15T15:38:03.152" v="136" actId="1032"/>
          <ac:graphicFrameMkLst>
            <pc:docMk/>
            <pc:sldMk cId="0" sldId="258"/>
            <ac:graphicFrameMk id="5" creationId="{2DFADB07-9289-C41B-7A49-9DFCDE74599F}"/>
          </ac:graphicFrameMkLst>
        </pc:graphicFrameChg>
        <pc:graphicFrameChg chg="add del mod modGraphic">
          <ac:chgData name="Lahari Sai" userId="1942a5df8d8ec0b5" providerId="LiveId" clId="{CC7D1C39-2D00-4D05-AC27-53CA4C37F6AE}" dt="2025-05-15T16:04:37.547" v="432" actId="1032"/>
          <ac:graphicFrameMkLst>
            <pc:docMk/>
            <pc:sldMk cId="0" sldId="258"/>
            <ac:graphicFrameMk id="6" creationId="{3F4D898C-EB21-E780-8A0F-EB4A0AF89C94}"/>
          </ac:graphicFrameMkLst>
        </pc:graphicFrameChg>
        <pc:graphicFrameChg chg="add del modGraphic">
          <ac:chgData name="Lahari Sai" userId="1942a5df8d8ec0b5" providerId="LiveId" clId="{CC7D1C39-2D00-4D05-AC27-53CA4C37F6AE}" dt="2025-05-15T16:05:30.618" v="434" actId="478"/>
          <ac:graphicFrameMkLst>
            <pc:docMk/>
            <pc:sldMk cId="0" sldId="258"/>
            <ac:graphicFrameMk id="14" creationId="{1837C47A-1CE0-5733-EEE0-698F74366EE9}"/>
          </ac:graphicFrameMkLst>
        </pc:graphicFrameChg>
        <pc:graphicFrameChg chg="add mod modGraphic">
          <ac:chgData name="Lahari Sai" userId="1942a5df8d8ec0b5" providerId="LiveId" clId="{CC7D1C39-2D00-4D05-AC27-53CA4C37F6AE}" dt="2025-05-15T16:14:11.776" v="527"/>
          <ac:graphicFrameMkLst>
            <pc:docMk/>
            <pc:sldMk cId="0" sldId="258"/>
            <ac:graphicFrameMk id="15" creationId="{E2D59573-458C-807D-E0E5-EB360140A3EA}"/>
          </ac:graphicFrameMkLst>
        </pc:graphicFrameChg>
        <pc:picChg chg="add mod">
          <ac:chgData name="Lahari Sai" userId="1942a5df8d8ec0b5" providerId="LiveId" clId="{CC7D1C39-2D00-4D05-AC27-53CA4C37F6AE}" dt="2025-05-15T15:31:57.090" v="112"/>
          <ac:picMkLst>
            <pc:docMk/>
            <pc:sldMk cId="0" sldId="258"/>
            <ac:picMk id="2" creationId="{0A603586-E7BD-7E85-1D97-0F5B1EF56D08}"/>
          </ac:picMkLst>
        </pc:picChg>
      </pc:sldChg>
      <pc:sldChg chg="addSp delSp modSp mod">
        <pc:chgData name="Lahari Sai" userId="1942a5df8d8ec0b5" providerId="LiveId" clId="{CC7D1C39-2D00-4D05-AC27-53CA4C37F6AE}" dt="2025-05-16T03:36:03.358" v="777" actId="12"/>
        <pc:sldMkLst>
          <pc:docMk/>
          <pc:sldMk cId="0" sldId="259"/>
        </pc:sldMkLst>
        <pc:spChg chg="add">
          <ac:chgData name="Lahari Sai" userId="1942a5df8d8ec0b5" providerId="LiveId" clId="{CC7D1C39-2D00-4D05-AC27-53CA4C37F6AE}" dt="2025-05-16T03:01:08.719" v="622"/>
          <ac:spMkLst>
            <pc:docMk/>
            <pc:sldMk cId="0" sldId="259"/>
            <ac:spMk id="2" creationId="{64A198B9-5078-B493-D7D6-E38FD925AC6D}"/>
          </ac:spMkLst>
        </pc:spChg>
        <pc:spChg chg="add mod">
          <ac:chgData name="Lahari Sai" userId="1942a5df8d8ec0b5" providerId="LiveId" clId="{CC7D1C39-2D00-4D05-AC27-53CA4C37F6AE}" dt="2025-05-16T03:36:03.358" v="777" actId="12"/>
          <ac:spMkLst>
            <pc:docMk/>
            <pc:sldMk cId="0" sldId="259"/>
            <ac:spMk id="3" creationId="{40069CC3-153D-3573-FDD4-A299C19EC5DB}"/>
          </ac:spMkLst>
        </pc:spChg>
        <pc:spChg chg="del mod">
          <ac:chgData name="Lahari Sai" userId="1942a5df8d8ec0b5" providerId="LiveId" clId="{CC7D1C39-2D00-4D05-AC27-53CA4C37F6AE}" dt="2025-05-16T03:01:13.566" v="624"/>
          <ac:spMkLst>
            <pc:docMk/>
            <pc:sldMk cId="0" sldId="259"/>
            <ac:spMk id="1048598" creationId="{00000000-0000-0000-0000-000000000000}"/>
          </ac:spMkLst>
        </pc:spChg>
      </pc:sldChg>
      <pc:sldChg chg="addSp modSp mod">
        <pc:chgData name="Lahari Sai" userId="1942a5df8d8ec0b5" providerId="LiveId" clId="{CC7D1C39-2D00-4D05-AC27-53CA4C37F6AE}" dt="2025-05-16T03:05:07.133" v="644" actId="2711"/>
        <pc:sldMkLst>
          <pc:docMk/>
          <pc:sldMk cId="0" sldId="260"/>
        </pc:sldMkLst>
        <pc:spChg chg="add">
          <ac:chgData name="Lahari Sai" userId="1942a5df8d8ec0b5" providerId="LiveId" clId="{CC7D1C39-2D00-4D05-AC27-53CA4C37F6AE}" dt="2025-05-16T03:04:02.311" v="637"/>
          <ac:spMkLst>
            <pc:docMk/>
            <pc:sldMk cId="0" sldId="260"/>
            <ac:spMk id="2" creationId="{8914F68B-DE88-5075-2ADF-73CEE05ABE44}"/>
          </ac:spMkLst>
        </pc:spChg>
        <pc:spChg chg="mod">
          <ac:chgData name="Lahari Sai" userId="1942a5df8d8ec0b5" providerId="LiveId" clId="{CC7D1C39-2D00-4D05-AC27-53CA4C37F6AE}" dt="2025-05-16T03:05:07.133" v="644" actId="2711"/>
          <ac:spMkLst>
            <pc:docMk/>
            <pc:sldMk cId="0" sldId="260"/>
            <ac:spMk id="1048600" creationId="{00000000-0000-0000-0000-000000000000}"/>
          </ac:spMkLst>
        </pc:spChg>
      </pc:sldChg>
      <pc:sldChg chg="addSp delSp modSp mod">
        <pc:chgData name="Lahari Sai" userId="1942a5df8d8ec0b5" providerId="LiveId" clId="{CC7D1C39-2D00-4D05-AC27-53CA4C37F6AE}" dt="2025-05-16T03:11:49.377" v="645" actId="1036"/>
        <pc:sldMkLst>
          <pc:docMk/>
          <pc:sldMk cId="0" sldId="261"/>
        </pc:sldMkLst>
        <pc:spChg chg="add del mod">
          <ac:chgData name="Lahari Sai" userId="1942a5df8d8ec0b5" providerId="LiveId" clId="{CC7D1C39-2D00-4D05-AC27-53CA4C37F6AE}" dt="2025-05-15T15:41:22.991" v="154"/>
          <ac:spMkLst>
            <pc:docMk/>
            <pc:sldMk cId="0" sldId="261"/>
            <ac:spMk id="3" creationId="{3CF83C86-0F09-090B-EFDB-9454703F288C}"/>
          </ac:spMkLst>
        </pc:spChg>
        <pc:spChg chg="mod">
          <ac:chgData name="Lahari Sai" userId="1942a5df8d8ec0b5" providerId="LiveId" clId="{CC7D1C39-2D00-4D05-AC27-53CA4C37F6AE}" dt="2025-05-15T15:43:00.991" v="177" actId="255"/>
          <ac:spMkLst>
            <pc:docMk/>
            <pc:sldMk cId="0" sldId="261"/>
            <ac:spMk id="1048601" creationId="{00000000-0000-0000-0000-000000000000}"/>
          </ac:spMkLst>
        </pc:spChg>
        <pc:spChg chg="del mod">
          <ac:chgData name="Lahari Sai" userId="1942a5df8d8ec0b5" providerId="LiveId" clId="{CC7D1C39-2D00-4D05-AC27-53CA4C37F6AE}" dt="2025-05-15T15:41:21.092" v="153" actId="478"/>
          <ac:spMkLst>
            <pc:docMk/>
            <pc:sldMk cId="0" sldId="261"/>
            <ac:spMk id="1048602" creationId="{00000000-0000-0000-0000-000000000000}"/>
          </ac:spMkLst>
        </pc:spChg>
        <pc:picChg chg="add mod">
          <ac:chgData name="Lahari Sai" userId="1942a5df8d8ec0b5" providerId="LiveId" clId="{CC7D1C39-2D00-4D05-AC27-53CA4C37F6AE}" dt="2025-05-16T03:11:49.377" v="645" actId="1036"/>
          <ac:picMkLst>
            <pc:docMk/>
            <pc:sldMk cId="0" sldId="261"/>
            <ac:picMk id="4" creationId="{DED32797-54F3-35DE-B713-6D1C25BAC180}"/>
          </ac:picMkLst>
        </pc:picChg>
      </pc:sldChg>
      <pc:sldChg chg="addSp delSp modSp mod">
        <pc:chgData name="Lahari Sai" userId="1942a5df8d8ec0b5" providerId="LiveId" clId="{CC7D1C39-2D00-4D05-AC27-53CA4C37F6AE}" dt="2025-05-15T15:45:28.026" v="204"/>
        <pc:sldMkLst>
          <pc:docMk/>
          <pc:sldMk cId="0" sldId="262"/>
        </pc:sldMkLst>
        <pc:spChg chg="add del mod">
          <ac:chgData name="Lahari Sai" userId="1942a5df8d8ec0b5" providerId="LiveId" clId="{CC7D1C39-2D00-4D05-AC27-53CA4C37F6AE}" dt="2025-05-15T15:44:40.234" v="195"/>
          <ac:spMkLst>
            <pc:docMk/>
            <pc:sldMk cId="0" sldId="262"/>
            <ac:spMk id="3" creationId="{6E8A194E-A904-51CF-E794-D0F7401F08A9}"/>
          </ac:spMkLst>
        </pc:spChg>
        <pc:spChg chg="mod">
          <ac:chgData name="Lahari Sai" userId="1942a5df8d8ec0b5" providerId="LiveId" clId="{CC7D1C39-2D00-4D05-AC27-53CA4C37F6AE}" dt="2025-05-15T15:45:28.026" v="204"/>
          <ac:spMkLst>
            <pc:docMk/>
            <pc:sldMk cId="0" sldId="262"/>
            <ac:spMk id="1048603" creationId="{00000000-0000-0000-0000-000000000000}"/>
          </ac:spMkLst>
        </pc:spChg>
        <pc:spChg chg="del mod">
          <ac:chgData name="Lahari Sai" userId="1942a5df8d8ec0b5" providerId="LiveId" clId="{CC7D1C39-2D00-4D05-AC27-53CA4C37F6AE}" dt="2025-05-15T15:44:22.584" v="190" actId="478"/>
          <ac:spMkLst>
            <pc:docMk/>
            <pc:sldMk cId="0" sldId="262"/>
            <ac:spMk id="1048604" creationId="{00000000-0000-0000-0000-000000000000}"/>
          </ac:spMkLst>
        </pc:spChg>
        <pc:picChg chg="add mod">
          <ac:chgData name="Lahari Sai" userId="1942a5df8d8ec0b5" providerId="LiveId" clId="{CC7D1C39-2D00-4D05-AC27-53CA4C37F6AE}" dt="2025-05-15T15:44:43.101" v="196" actId="1076"/>
          <ac:picMkLst>
            <pc:docMk/>
            <pc:sldMk cId="0" sldId="262"/>
            <ac:picMk id="4" creationId="{88E62EE2-BF17-5C66-D8B5-21DE0056BF8B}"/>
          </ac:picMkLst>
        </pc:picChg>
      </pc:sldChg>
      <pc:sldChg chg="addSp delSp modSp mod">
        <pc:chgData name="Lahari Sai" userId="1942a5df8d8ec0b5" providerId="LiveId" clId="{CC7D1C39-2D00-4D05-AC27-53CA4C37F6AE}" dt="2025-05-15T15:46:25.524" v="209" actId="1076"/>
        <pc:sldMkLst>
          <pc:docMk/>
          <pc:sldMk cId="0" sldId="263"/>
        </pc:sldMkLst>
        <pc:spChg chg="add del mod">
          <ac:chgData name="Lahari Sai" userId="1942a5df8d8ec0b5" providerId="LiveId" clId="{CC7D1C39-2D00-4D05-AC27-53CA4C37F6AE}" dt="2025-05-15T15:46:08.404" v="208" actId="478"/>
          <ac:spMkLst>
            <pc:docMk/>
            <pc:sldMk cId="0" sldId="263"/>
            <ac:spMk id="6" creationId="{26BC9507-A84D-633B-83DC-89E665B489BB}"/>
          </ac:spMkLst>
        </pc:spChg>
        <pc:graphicFrameChg chg="add mod">
          <ac:chgData name="Lahari Sai" userId="1942a5df8d8ec0b5" providerId="LiveId" clId="{CC7D1C39-2D00-4D05-AC27-53CA4C37F6AE}" dt="2025-05-15T15:46:25.524" v="209" actId="1076"/>
          <ac:graphicFrameMkLst>
            <pc:docMk/>
            <pc:sldMk cId="0" sldId="263"/>
            <ac:graphicFrameMk id="2" creationId="{483039DB-70E6-21AE-B411-E99134D6F037}"/>
          </ac:graphicFrameMkLst>
        </pc:graphicFrameChg>
        <pc:picChg chg="del">
          <ac:chgData name="Lahari Sai" userId="1942a5df8d8ec0b5" providerId="LiveId" clId="{CC7D1C39-2D00-4D05-AC27-53CA4C37F6AE}" dt="2025-05-15T15:45:54.033" v="206" actId="478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mod">
        <pc:chgData name="Lahari Sai" userId="1942a5df8d8ec0b5" providerId="LiveId" clId="{CC7D1C39-2D00-4D05-AC27-53CA4C37F6AE}" dt="2025-05-16T03:17:30.907" v="670" actId="2711"/>
        <pc:sldMkLst>
          <pc:docMk/>
          <pc:sldMk cId="0" sldId="264"/>
        </pc:sldMkLst>
        <pc:spChg chg="add">
          <ac:chgData name="Lahari Sai" userId="1942a5df8d8ec0b5" providerId="LiveId" clId="{CC7D1C39-2D00-4D05-AC27-53CA4C37F6AE}" dt="2025-05-16T03:17:07.232" v="663"/>
          <ac:spMkLst>
            <pc:docMk/>
            <pc:sldMk cId="0" sldId="264"/>
            <ac:spMk id="3" creationId="{86F938BF-E260-3403-4836-A80AF7C24F5C}"/>
          </ac:spMkLst>
        </pc:spChg>
        <pc:spChg chg="add mod">
          <ac:chgData name="Lahari Sai" userId="1942a5df8d8ec0b5" providerId="LiveId" clId="{CC7D1C39-2D00-4D05-AC27-53CA4C37F6AE}" dt="2025-05-16T03:17:30.907" v="670" actId="2711"/>
          <ac:spMkLst>
            <pc:docMk/>
            <pc:sldMk cId="0" sldId="264"/>
            <ac:spMk id="4" creationId="{0D959E07-6EAF-AD86-76A9-FF5580A3CCB6}"/>
          </ac:spMkLst>
        </pc:spChg>
        <pc:spChg chg="del mod">
          <ac:chgData name="Lahari Sai" userId="1942a5df8d8ec0b5" providerId="LiveId" clId="{CC7D1C39-2D00-4D05-AC27-53CA4C37F6AE}" dt="2025-05-16T03:17:10.113" v="665"/>
          <ac:spMkLst>
            <pc:docMk/>
            <pc:sldMk cId="0" sldId="264"/>
            <ac:spMk id="1048608" creationId="{00000000-0000-0000-0000-000000000000}"/>
          </ac:spMkLst>
        </pc:spChg>
        <pc:picChg chg="add mod">
          <ac:chgData name="Lahari Sai" userId="1942a5df8d8ec0b5" providerId="LiveId" clId="{CC7D1C39-2D00-4D05-AC27-53CA4C37F6AE}" dt="2025-05-15T15:47:25.025" v="224" actId="14100"/>
          <ac:picMkLst>
            <pc:docMk/>
            <pc:sldMk cId="0" sldId="264"/>
            <ac:picMk id="2" creationId="{E9DCBB03-589A-F025-9056-49A2F796C99F}"/>
          </ac:picMkLst>
        </pc:picChg>
      </pc:sldChg>
      <pc:sldChg chg="modSp mod">
        <pc:chgData name="Lahari Sai" userId="1942a5df8d8ec0b5" providerId="LiveId" clId="{CC7D1C39-2D00-4D05-AC27-53CA4C37F6AE}" dt="2025-05-16T03:20:35.362" v="705" actId="12"/>
        <pc:sldMkLst>
          <pc:docMk/>
          <pc:sldMk cId="0" sldId="265"/>
        </pc:sldMkLst>
        <pc:spChg chg="mod">
          <ac:chgData name="Lahari Sai" userId="1942a5df8d8ec0b5" providerId="LiveId" clId="{CC7D1C39-2D00-4D05-AC27-53CA4C37F6AE}" dt="2025-05-16T03:20:35.362" v="705" actId="12"/>
          <ac:spMkLst>
            <pc:docMk/>
            <pc:sldMk cId="0" sldId="265"/>
            <ac:spMk id="1048610" creationId="{00000000-0000-0000-0000-000000000000}"/>
          </ac:spMkLst>
        </pc:spChg>
      </pc:sldChg>
      <pc:sldChg chg="addSp modSp mod">
        <pc:chgData name="Lahari Sai" userId="1942a5df8d8ec0b5" providerId="LiveId" clId="{CC7D1C39-2D00-4D05-AC27-53CA4C37F6AE}" dt="2025-05-15T15:50:14.488" v="258" actId="1076"/>
        <pc:sldMkLst>
          <pc:docMk/>
          <pc:sldMk cId="0" sldId="266"/>
        </pc:sldMkLst>
        <pc:spChg chg="mod">
          <ac:chgData name="Lahari Sai" userId="1942a5df8d8ec0b5" providerId="LiveId" clId="{CC7D1C39-2D00-4D05-AC27-53CA4C37F6AE}" dt="2025-05-15T15:50:04.735" v="256" actId="27636"/>
          <ac:spMkLst>
            <pc:docMk/>
            <pc:sldMk cId="0" sldId="266"/>
            <ac:spMk id="1048612" creationId="{00000000-0000-0000-0000-000000000000}"/>
          </ac:spMkLst>
        </pc:spChg>
        <pc:picChg chg="add mod">
          <ac:chgData name="Lahari Sai" userId="1942a5df8d8ec0b5" providerId="LiveId" clId="{CC7D1C39-2D00-4D05-AC27-53CA4C37F6AE}" dt="2025-05-15T15:50:14.488" v="258" actId="1076"/>
          <ac:picMkLst>
            <pc:docMk/>
            <pc:sldMk cId="0" sldId="266"/>
            <ac:picMk id="2" creationId="{0F6863DE-86D7-B8CD-F501-4FFF5555B3A5}"/>
          </ac:picMkLst>
        </pc:picChg>
      </pc:sldChg>
      <pc:sldChg chg="modSp mod">
        <pc:chgData name="Lahari Sai" userId="1942a5df8d8ec0b5" providerId="LiveId" clId="{CC7D1C39-2D00-4D05-AC27-53CA4C37F6AE}" dt="2025-05-15T15:58:36.146" v="333" actId="5793"/>
        <pc:sldMkLst>
          <pc:docMk/>
          <pc:sldMk cId="0" sldId="267"/>
        </pc:sldMkLst>
        <pc:spChg chg="mod">
          <ac:chgData name="Lahari Sai" userId="1942a5df8d8ec0b5" providerId="LiveId" clId="{CC7D1C39-2D00-4D05-AC27-53CA4C37F6AE}" dt="2025-05-15T15:58:36.146" v="333" actId="5793"/>
          <ac:spMkLst>
            <pc:docMk/>
            <pc:sldMk cId="0" sldId="267"/>
            <ac:spMk id="1048614" creationId="{00000000-0000-0000-0000-000000000000}"/>
          </ac:spMkLst>
        </pc:spChg>
      </pc:sldChg>
      <pc:sldChg chg="addSp delSp modSp mod">
        <pc:chgData name="Lahari Sai" userId="1942a5df8d8ec0b5" providerId="LiveId" clId="{CC7D1C39-2D00-4D05-AC27-53CA4C37F6AE}" dt="2025-05-15T15:57:12.676" v="310"/>
        <pc:sldMkLst>
          <pc:docMk/>
          <pc:sldMk cId="0" sldId="268"/>
        </pc:sldMkLst>
        <pc:spChg chg="add del mod">
          <ac:chgData name="Lahari Sai" userId="1942a5df8d8ec0b5" providerId="LiveId" clId="{CC7D1C39-2D00-4D05-AC27-53CA4C37F6AE}" dt="2025-05-15T15:55:26.423" v="283" actId="478"/>
          <ac:spMkLst>
            <pc:docMk/>
            <pc:sldMk cId="0" sldId="268"/>
            <ac:spMk id="3" creationId="{E4676ADB-0BB5-DF57-5897-39C33B299A99}"/>
          </ac:spMkLst>
        </pc:spChg>
        <pc:spChg chg="mod">
          <ac:chgData name="Lahari Sai" userId="1942a5df8d8ec0b5" providerId="LiveId" clId="{CC7D1C39-2D00-4D05-AC27-53CA4C37F6AE}" dt="2025-05-15T15:55:34.628" v="285" actId="255"/>
          <ac:spMkLst>
            <pc:docMk/>
            <pc:sldMk cId="0" sldId="268"/>
            <ac:spMk id="1048615" creationId="{00000000-0000-0000-0000-000000000000}"/>
          </ac:spMkLst>
        </pc:spChg>
        <pc:spChg chg="del">
          <ac:chgData name="Lahari Sai" userId="1942a5df8d8ec0b5" providerId="LiveId" clId="{CC7D1C39-2D00-4D05-AC27-53CA4C37F6AE}" dt="2025-05-15T15:55:23.443" v="282" actId="478"/>
          <ac:spMkLst>
            <pc:docMk/>
            <pc:sldMk cId="0" sldId="268"/>
            <ac:spMk id="1048616" creationId="{00000000-0000-0000-0000-000000000000}"/>
          </ac:spMkLst>
        </pc:spChg>
        <pc:picChg chg="add mod">
          <ac:chgData name="Lahari Sai" userId="1942a5df8d8ec0b5" providerId="LiveId" clId="{CC7D1C39-2D00-4D05-AC27-53CA4C37F6AE}" dt="2025-05-15T15:55:43.234" v="286"/>
          <ac:picMkLst>
            <pc:docMk/>
            <pc:sldMk cId="0" sldId="268"/>
            <ac:picMk id="4" creationId="{85F3F8FE-2C67-6DB5-ED8E-E43E83A84199}"/>
          </ac:picMkLst>
        </pc:picChg>
        <pc:picChg chg="add mod">
          <ac:chgData name="Lahari Sai" userId="1942a5df8d8ec0b5" providerId="LiveId" clId="{CC7D1C39-2D00-4D05-AC27-53CA4C37F6AE}" dt="2025-05-15T15:57:12.676" v="310"/>
          <ac:picMkLst>
            <pc:docMk/>
            <pc:sldMk cId="0" sldId="268"/>
            <ac:picMk id="5" creationId="{7E22ED58-3B91-AEA9-101A-642FEFAEB138}"/>
          </ac:picMkLst>
        </pc:picChg>
      </pc:sldChg>
      <pc:sldChg chg="addSp delSp modSp mod">
        <pc:chgData name="Lahari Sai" userId="1942a5df8d8ec0b5" providerId="LiveId" clId="{CC7D1C39-2D00-4D05-AC27-53CA4C37F6AE}" dt="2025-05-16T03:29:43.818" v="711" actId="5793"/>
        <pc:sldMkLst>
          <pc:docMk/>
          <pc:sldMk cId="0" sldId="269"/>
        </pc:sldMkLst>
        <pc:spChg chg="mod">
          <ac:chgData name="Lahari Sai" userId="1942a5df8d8ec0b5" providerId="LiveId" clId="{CC7D1C39-2D00-4D05-AC27-53CA4C37F6AE}" dt="2025-05-16T03:29:43.818" v="711" actId="5793"/>
          <ac:spMkLst>
            <pc:docMk/>
            <pc:sldMk cId="0" sldId="269"/>
            <ac:spMk id="3" creationId="{00000000-0000-0000-0000-000000000000}"/>
          </ac:spMkLst>
        </pc:spChg>
        <pc:picChg chg="del">
          <ac:chgData name="Lahari Sai" userId="1942a5df8d8ec0b5" providerId="LiveId" clId="{CC7D1C39-2D00-4D05-AC27-53CA4C37F6AE}" dt="2025-05-15T16:29:24.688" v="583" actId="478"/>
          <ac:picMkLst>
            <pc:docMk/>
            <pc:sldMk cId="0" sldId="269"/>
            <ac:picMk id="4" creationId="{00000000-0000-0000-0000-000000000000}"/>
          </ac:picMkLst>
        </pc:picChg>
        <pc:picChg chg="add mod">
          <ac:chgData name="Lahari Sai" userId="1942a5df8d8ec0b5" providerId="LiveId" clId="{CC7D1C39-2D00-4D05-AC27-53CA4C37F6AE}" dt="2025-05-15T15:56:18.286" v="293"/>
          <ac:picMkLst>
            <pc:docMk/>
            <pc:sldMk cId="0" sldId="269"/>
            <ac:picMk id="5" creationId="{7F02DA0A-26D2-DB48-3D57-9375DF616C24}"/>
          </ac:picMkLst>
        </pc:picChg>
        <pc:picChg chg="add mod">
          <ac:chgData name="Lahari Sai" userId="1942a5df8d8ec0b5" providerId="LiveId" clId="{CC7D1C39-2D00-4D05-AC27-53CA4C37F6AE}" dt="2025-05-15T15:57:03.355" v="307"/>
          <ac:picMkLst>
            <pc:docMk/>
            <pc:sldMk cId="0" sldId="269"/>
            <ac:picMk id="6" creationId="{4B8077D2-F0B4-3D6C-077E-40E72EFE95AB}"/>
          </ac:picMkLst>
        </pc:picChg>
        <pc:picChg chg="add mod">
          <ac:chgData name="Lahari Sai" userId="1942a5df8d8ec0b5" providerId="LiveId" clId="{CC7D1C39-2D00-4D05-AC27-53CA4C37F6AE}" dt="2025-05-15T16:30:15.472" v="588" actId="14100"/>
          <ac:picMkLst>
            <pc:docMk/>
            <pc:sldMk cId="0" sldId="269"/>
            <ac:picMk id="8" creationId="{CF1ABC57-6536-24B7-1FC3-FE89D7428A49}"/>
          </ac:picMkLst>
        </pc:picChg>
      </pc:sldChg>
      <pc:sldChg chg="addSp modSp mod">
        <pc:chgData name="Lahari Sai" userId="1942a5df8d8ec0b5" providerId="LiveId" clId="{CC7D1C39-2D00-4D05-AC27-53CA4C37F6AE}" dt="2025-05-16T03:41:37.126" v="887" actId="20577"/>
        <pc:sldMkLst>
          <pc:docMk/>
          <pc:sldMk cId="0" sldId="270"/>
        </pc:sldMkLst>
        <pc:spChg chg="mod">
          <ac:chgData name="Lahari Sai" userId="1942a5df8d8ec0b5" providerId="LiveId" clId="{CC7D1C39-2D00-4D05-AC27-53CA4C37F6AE}" dt="2025-05-16T03:41:37.126" v="887" actId="20577"/>
          <ac:spMkLst>
            <pc:docMk/>
            <pc:sldMk cId="0" sldId="270"/>
            <ac:spMk id="2" creationId="{00000000-0000-0000-0000-000000000000}"/>
          </ac:spMkLst>
        </pc:spChg>
        <pc:spChg chg="mod">
          <ac:chgData name="Lahari Sai" userId="1942a5df8d8ec0b5" providerId="LiveId" clId="{CC7D1C39-2D00-4D05-AC27-53CA4C37F6AE}" dt="2025-05-15T16:27:15.139" v="561" actId="27636"/>
          <ac:spMkLst>
            <pc:docMk/>
            <pc:sldMk cId="0" sldId="270"/>
            <ac:spMk id="3" creationId="{00000000-0000-0000-0000-000000000000}"/>
          </ac:spMkLst>
        </pc:spChg>
        <pc:picChg chg="add mod">
          <ac:chgData name="Lahari Sai" userId="1942a5df8d8ec0b5" providerId="LiveId" clId="{CC7D1C39-2D00-4D05-AC27-53CA4C37F6AE}" dt="2025-05-15T15:56:22.807" v="295"/>
          <ac:picMkLst>
            <pc:docMk/>
            <pc:sldMk cId="0" sldId="270"/>
            <ac:picMk id="4" creationId="{D9D670B4-8DA2-C736-1200-5B324B4DA955}"/>
          </ac:picMkLst>
        </pc:picChg>
        <pc:picChg chg="add mod">
          <ac:chgData name="Lahari Sai" userId="1942a5df8d8ec0b5" providerId="LiveId" clId="{CC7D1C39-2D00-4D05-AC27-53CA4C37F6AE}" dt="2025-05-15T15:56:58.705" v="305"/>
          <ac:picMkLst>
            <pc:docMk/>
            <pc:sldMk cId="0" sldId="270"/>
            <ac:picMk id="5" creationId="{D7E195FC-0E95-849D-9C46-EA7D20C2A5EC}"/>
          </ac:picMkLst>
        </pc:picChg>
      </pc:sldChg>
      <pc:sldChg chg="addSp modSp mod ord">
        <pc:chgData name="Lahari Sai" userId="1942a5df8d8ec0b5" providerId="LiveId" clId="{CC7D1C39-2D00-4D05-AC27-53CA4C37F6AE}" dt="2025-05-15T16:29:21.354" v="582"/>
        <pc:sldMkLst>
          <pc:docMk/>
          <pc:sldMk cId="0" sldId="271"/>
        </pc:sldMkLst>
        <pc:spChg chg="mod">
          <ac:chgData name="Lahari Sai" userId="1942a5df8d8ec0b5" providerId="LiveId" clId="{CC7D1C39-2D00-4D05-AC27-53CA4C37F6AE}" dt="2025-05-15T16:29:18.110" v="580" actId="20577"/>
          <ac:spMkLst>
            <pc:docMk/>
            <pc:sldMk cId="0" sldId="271"/>
            <ac:spMk id="3" creationId="{00000000-0000-0000-0000-000000000000}"/>
          </ac:spMkLst>
        </pc:spChg>
        <pc:picChg chg="add mod">
          <ac:chgData name="Lahari Sai" userId="1942a5df8d8ec0b5" providerId="LiveId" clId="{CC7D1C39-2D00-4D05-AC27-53CA4C37F6AE}" dt="2025-05-15T15:56:20.876" v="294"/>
          <ac:picMkLst>
            <pc:docMk/>
            <pc:sldMk cId="0" sldId="271"/>
            <ac:picMk id="4" creationId="{02148484-E2AC-277B-412C-87EAFDAB596D}"/>
          </ac:picMkLst>
        </pc:picChg>
        <pc:picChg chg="add mod">
          <ac:chgData name="Lahari Sai" userId="1942a5df8d8ec0b5" providerId="LiveId" clId="{CC7D1C39-2D00-4D05-AC27-53CA4C37F6AE}" dt="2025-05-15T15:57:00.434" v="306"/>
          <ac:picMkLst>
            <pc:docMk/>
            <pc:sldMk cId="0" sldId="271"/>
            <ac:picMk id="5" creationId="{F57FD79F-C4FA-E655-E210-CBC26A5A0C69}"/>
          </ac:picMkLst>
        </pc:picChg>
      </pc:sldChg>
      <pc:sldChg chg="addSp modSp del">
        <pc:chgData name="Lahari Sai" userId="1942a5df8d8ec0b5" providerId="LiveId" clId="{CC7D1C39-2D00-4D05-AC27-53CA4C37F6AE}" dt="2025-05-15T16:51:17.080" v="593" actId="47"/>
        <pc:sldMkLst>
          <pc:docMk/>
          <pc:sldMk cId="0" sldId="272"/>
        </pc:sldMkLst>
        <pc:picChg chg="add mod">
          <ac:chgData name="Lahari Sai" userId="1942a5df8d8ec0b5" providerId="LiveId" clId="{CC7D1C39-2D00-4D05-AC27-53CA4C37F6AE}" dt="2025-05-15T15:56:14.826" v="292"/>
          <ac:picMkLst>
            <pc:docMk/>
            <pc:sldMk cId="0" sldId="272"/>
            <ac:picMk id="6" creationId="{A6C1D4CA-12A6-4DAB-8068-93F34F5B6F91}"/>
          </ac:picMkLst>
        </pc:picChg>
        <pc:picChg chg="add mod">
          <ac:chgData name="Lahari Sai" userId="1942a5df8d8ec0b5" providerId="LiveId" clId="{CC7D1C39-2D00-4D05-AC27-53CA4C37F6AE}" dt="2025-05-15T15:57:05.583" v="308"/>
          <ac:picMkLst>
            <pc:docMk/>
            <pc:sldMk cId="0" sldId="272"/>
            <ac:picMk id="7" creationId="{25990CB6-B809-C0F9-0573-0EC45B7EB977}"/>
          </ac:picMkLst>
        </pc:picChg>
      </pc:sldChg>
      <pc:sldChg chg="modSp del mod">
        <pc:chgData name="Lahari Sai" userId="1942a5df8d8ec0b5" providerId="LiveId" clId="{CC7D1C39-2D00-4D05-AC27-53CA4C37F6AE}" dt="2025-05-15T15:48:22.116" v="228" actId="47"/>
        <pc:sldMkLst>
          <pc:docMk/>
          <pc:sldMk cId="0" sldId="273"/>
        </pc:sldMkLst>
        <pc:spChg chg="mod">
          <ac:chgData name="Lahari Sai" userId="1942a5df8d8ec0b5" providerId="LiveId" clId="{CC7D1C39-2D00-4D05-AC27-53CA4C37F6AE}" dt="2025-05-15T15:27:36.025" v="89" actId="27636"/>
          <ac:spMkLst>
            <pc:docMk/>
            <pc:sldMk cId="0" sldId="273"/>
            <ac:spMk id="3" creationId="{00000000-0000-0000-0000-000000000000}"/>
          </ac:spMkLst>
        </pc:spChg>
      </pc:sldChg>
      <pc:sldChg chg="addSp modSp mod">
        <pc:chgData name="Lahari Sai" userId="1942a5df8d8ec0b5" providerId="LiveId" clId="{CC7D1C39-2D00-4D05-AC27-53CA4C37F6AE}" dt="2025-05-15T15:58:02.309" v="325" actId="2711"/>
        <pc:sldMkLst>
          <pc:docMk/>
          <pc:sldMk cId="0" sldId="274"/>
        </pc:sldMkLst>
        <pc:spChg chg="mod">
          <ac:chgData name="Lahari Sai" userId="1942a5df8d8ec0b5" providerId="LiveId" clId="{CC7D1C39-2D00-4D05-AC27-53CA4C37F6AE}" dt="2025-05-15T15:58:02.309" v="325" actId="2711"/>
          <ac:spMkLst>
            <pc:docMk/>
            <pc:sldMk cId="0" sldId="274"/>
            <ac:spMk id="3" creationId="{00000000-0000-0000-0000-000000000000}"/>
          </ac:spMkLst>
        </pc:spChg>
        <pc:picChg chg="add mod">
          <ac:chgData name="Lahari Sai" userId="1942a5df8d8ec0b5" providerId="LiveId" clId="{CC7D1C39-2D00-4D05-AC27-53CA4C37F6AE}" dt="2025-05-15T15:55:51.305" v="288"/>
          <ac:picMkLst>
            <pc:docMk/>
            <pc:sldMk cId="0" sldId="274"/>
            <ac:picMk id="4" creationId="{336AB7B4-23CE-1157-18A3-DCF136201A64}"/>
          </ac:picMkLst>
        </pc:picChg>
        <pc:picChg chg="add mod">
          <ac:chgData name="Lahari Sai" userId="1942a5df8d8ec0b5" providerId="LiveId" clId="{CC7D1C39-2D00-4D05-AC27-53CA4C37F6AE}" dt="2025-05-15T15:57:11.086" v="309"/>
          <ac:picMkLst>
            <pc:docMk/>
            <pc:sldMk cId="0" sldId="274"/>
            <ac:picMk id="5" creationId="{1076AD28-CCEF-5589-5D1F-D14570C6DF4D}"/>
          </ac:picMkLst>
        </pc:picChg>
      </pc:sldChg>
      <pc:sldChg chg="addSp delSp modSp mod ord">
        <pc:chgData name="Lahari Sai" userId="1942a5df8d8ec0b5" providerId="LiveId" clId="{CC7D1C39-2D00-4D05-AC27-53CA4C37F6AE}" dt="2025-05-16T03:41:22.807" v="878" actId="255"/>
        <pc:sldMkLst>
          <pc:docMk/>
          <pc:sldMk cId="0" sldId="275"/>
        </pc:sldMkLst>
        <pc:spChg chg="mod">
          <ac:chgData name="Lahari Sai" userId="1942a5df8d8ec0b5" providerId="LiveId" clId="{CC7D1C39-2D00-4D05-AC27-53CA4C37F6AE}" dt="2025-05-15T16:01:09.144" v="393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Lahari Sai" userId="1942a5df8d8ec0b5" providerId="LiveId" clId="{CC7D1C39-2D00-4D05-AC27-53CA4C37F6AE}" dt="2025-05-16T03:41:22.807" v="878" actId="255"/>
          <ac:spMkLst>
            <pc:docMk/>
            <pc:sldMk cId="0" sldId="275"/>
            <ac:spMk id="3" creationId="{00000000-0000-0000-0000-000000000000}"/>
          </ac:spMkLst>
        </pc:spChg>
        <pc:spChg chg="add del mod">
          <ac:chgData name="Lahari Sai" userId="1942a5df8d8ec0b5" providerId="LiveId" clId="{CC7D1C39-2D00-4D05-AC27-53CA4C37F6AE}" dt="2025-05-15T16:01:10.425" v="395"/>
          <ac:spMkLst>
            <pc:docMk/>
            <pc:sldMk cId="0" sldId="275"/>
            <ac:spMk id="7" creationId="{69673546-600B-1AAD-34EB-215F44B27D99}"/>
          </ac:spMkLst>
        </pc:spChg>
        <pc:picChg chg="add mod">
          <ac:chgData name="Lahari Sai" userId="1942a5df8d8ec0b5" providerId="LiveId" clId="{CC7D1C39-2D00-4D05-AC27-53CA4C37F6AE}" dt="2025-05-15T16:01:19.514" v="397" actId="14100"/>
          <ac:picMkLst>
            <pc:docMk/>
            <pc:sldMk cId="0" sldId="275"/>
            <ac:picMk id="4" creationId="{30988CA7-F379-BC9E-BFB7-E7AD2F27088D}"/>
          </ac:picMkLst>
        </pc:picChg>
        <pc:picChg chg="add mod">
          <ac:chgData name="Lahari Sai" userId="1942a5df8d8ec0b5" providerId="LiveId" clId="{CC7D1C39-2D00-4D05-AC27-53CA4C37F6AE}" dt="2025-05-15T15:56:42.972" v="302"/>
          <ac:picMkLst>
            <pc:docMk/>
            <pc:sldMk cId="0" sldId="275"/>
            <ac:picMk id="5" creationId="{6EC40A12-85DA-3CC9-AD98-624D97ACF36F}"/>
          </ac:picMkLst>
        </pc:picChg>
        <pc:picChg chg="add mod">
          <ac:chgData name="Lahari Sai" userId="1942a5df8d8ec0b5" providerId="LiveId" clId="{CC7D1C39-2D00-4D05-AC27-53CA4C37F6AE}" dt="2025-05-15T15:56:50.275" v="303"/>
          <ac:picMkLst>
            <pc:docMk/>
            <pc:sldMk cId="0" sldId="275"/>
            <ac:picMk id="6" creationId="{1F5BCA58-A1CB-D727-DBA8-D357B471165F}"/>
          </ac:picMkLst>
        </pc:picChg>
      </pc:sldChg>
      <pc:sldChg chg="addSp modSp mod">
        <pc:chgData name="Lahari Sai" userId="1942a5df8d8ec0b5" providerId="LiveId" clId="{CC7D1C39-2D00-4D05-AC27-53CA4C37F6AE}" dt="2025-05-15T16:16:09.373" v="528" actId="255"/>
        <pc:sldMkLst>
          <pc:docMk/>
          <pc:sldMk cId="0" sldId="276"/>
        </pc:sldMkLst>
        <pc:spChg chg="mod">
          <ac:chgData name="Lahari Sai" userId="1942a5df8d8ec0b5" providerId="LiveId" clId="{CC7D1C39-2D00-4D05-AC27-53CA4C37F6AE}" dt="2025-05-15T16:16:09.373" v="528" actId="255"/>
          <ac:spMkLst>
            <pc:docMk/>
            <pc:sldMk cId="0" sldId="276"/>
            <ac:spMk id="3" creationId="{00000000-0000-0000-0000-000000000000}"/>
          </ac:spMkLst>
        </pc:spChg>
        <pc:picChg chg="add mod">
          <ac:chgData name="Lahari Sai" userId="1942a5df8d8ec0b5" providerId="LiveId" clId="{CC7D1C39-2D00-4D05-AC27-53CA4C37F6AE}" dt="2025-05-15T15:56:33.612" v="299"/>
          <ac:picMkLst>
            <pc:docMk/>
            <pc:sldMk cId="0" sldId="276"/>
            <ac:picMk id="4" creationId="{5318EAF7-03DD-D37F-9146-13B67F515BDA}"/>
          </ac:picMkLst>
        </pc:picChg>
        <pc:picChg chg="add mod">
          <ac:chgData name="Lahari Sai" userId="1942a5df8d8ec0b5" providerId="LiveId" clId="{CC7D1C39-2D00-4D05-AC27-53CA4C37F6AE}" dt="2025-05-15T15:56:54.537" v="304"/>
          <ac:picMkLst>
            <pc:docMk/>
            <pc:sldMk cId="0" sldId="276"/>
            <ac:picMk id="5" creationId="{D5927D62-E8FB-34EA-6185-F47696311425}"/>
          </ac:picMkLst>
        </pc:picChg>
      </pc:sldChg>
      <pc:sldChg chg="modSp del mod">
        <pc:chgData name="Lahari Sai" userId="1942a5df8d8ec0b5" providerId="LiveId" clId="{CC7D1C39-2D00-4D05-AC27-53CA4C37F6AE}" dt="2025-05-15T15:43:47.211" v="184" actId="47"/>
        <pc:sldMkLst>
          <pc:docMk/>
          <pc:sldMk cId="0" sldId="277"/>
        </pc:sldMkLst>
        <pc:spChg chg="mod">
          <ac:chgData name="Lahari Sai" userId="1942a5df8d8ec0b5" providerId="LiveId" clId="{CC7D1C39-2D00-4D05-AC27-53CA4C37F6AE}" dt="2025-05-15T15:43:43.562" v="183" actId="27636"/>
          <ac:spMkLst>
            <pc:docMk/>
            <pc:sldMk cId="0" sldId="277"/>
            <ac:spMk id="3" creationId="{00000000-0000-0000-0000-000000000000}"/>
          </ac:spMkLst>
        </pc:spChg>
      </pc:sldChg>
      <pc:sldChg chg="new del">
        <pc:chgData name="Lahari Sai" userId="1942a5df8d8ec0b5" providerId="LiveId" clId="{CC7D1C39-2D00-4D05-AC27-53CA4C37F6AE}" dt="2025-05-15T15:56:25.071" v="297" actId="47"/>
        <pc:sldMkLst>
          <pc:docMk/>
          <pc:sldMk cId="3502277444" sldId="277"/>
        </pc:sldMkLst>
      </pc:sldChg>
      <pc:sldChg chg="new del">
        <pc:chgData name="Lahari Sai" userId="1942a5df8d8ec0b5" providerId="LiveId" clId="{CC7D1C39-2D00-4D05-AC27-53CA4C37F6AE}" dt="2025-05-15T15:44:14.846" v="187" actId="680"/>
        <pc:sldMkLst>
          <pc:docMk/>
          <pc:sldMk cId="3588922561" sldId="277"/>
        </pc:sldMkLst>
      </pc:sldChg>
      <pc:sldChg chg="addSp delSp modSp new mod">
        <pc:chgData name="Lahari Sai" userId="1942a5df8d8ec0b5" providerId="LiveId" clId="{CC7D1C39-2D00-4D05-AC27-53CA4C37F6AE}" dt="2025-05-16T03:22:29.699" v="708" actId="20577"/>
        <pc:sldMkLst>
          <pc:docMk/>
          <pc:sldMk cId="4191605831" sldId="278"/>
        </pc:sldMkLst>
        <pc:spChg chg="mod">
          <ac:chgData name="Lahari Sai" userId="1942a5df8d8ec0b5" providerId="LiveId" clId="{CC7D1C39-2D00-4D05-AC27-53CA4C37F6AE}" dt="2025-05-15T15:48:26.345" v="230"/>
          <ac:spMkLst>
            <pc:docMk/>
            <pc:sldMk cId="4191605831" sldId="278"/>
            <ac:spMk id="2" creationId="{0117B344-168F-1ED4-0A63-683149FA771A}"/>
          </ac:spMkLst>
        </pc:spChg>
        <pc:spChg chg="del mod">
          <ac:chgData name="Lahari Sai" userId="1942a5df8d8ec0b5" providerId="LiveId" clId="{CC7D1C39-2D00-4D05-AC27-53CA4C37F6AE}" dt="2025-05-16T03:18:04.614" v="672"/>
          <ac:spMkLst>
            <pc:docMk/>
            <pc:sldMk cId="4191605831" sldId="278"/>
            <ac:spMk id="3" creationId="{9E459570-4E74-A25E-34A9-55626CA6D590}"/>
          </ac:spMkLst>
        </pc:spChg>
        <pc:spChg chg="add mod">
          <ac:chgData name="Lahari Sai" userId="1942a5df8d8ec0b5" providerId="LiveId" clId="{CC7D1C39-2D00-4D05-AC27-53CA4C37F6AE}" dt="2025-05-16T03:22:29.699" v="708" actId="20577"/>
          <ac:spMkLst>
            <pc:docMk/>
            <pc:sldMk cId="4191605831" sldId="278"/>
            <ac:spMk id="6" creationId="{1BA402BE-5FF0-A334-5F80-586B3478593E}"/>
          </ac:spMkLst>
        </pc:spChg>
        <pc:picChg chg="add mod">
          <ac:chgData name="Lahari Sai" userId="1942a5df8d8ec0b5" providerId="LiveId" clId="{CC7D1C39-2D00-4D05-AC27-53CA4C37F6AE}" dt="2025-05-15T15:49:07.049" v="239" actId="1076"/>
          <ac:picMkLst>
            <pc:docMk/>
            <pc:sldMk cId="4191605831" sldId="278"/>
            <ac:picMk id="4" creationId="{241E502E-F82A-053A-BE1C-82C5EFFCB13B}"/>
          </ac:picMkLst>
        </pc:picChg>
        <pc:picChg chg="add mod">
          <ac:chgData name="Lahari Sai" userId="1942a5df8d8ec0b5" providerId="LiveId" clId="{CC7D1C39-2D00-4D05-AC27-53CA4C37F6AE}" dt="2025-05-15T15:56:11.661" v="291" actId="1076"/>
          <ac:picMkLst>
            <pc:docMk/>
            <pc:sldMk cId="4191605831" sldId="278"/>
            <ac:picMk id="5" creationId="{E14DD854-0998-FA6E-A72C-D31CE2BE9FEA}"/>
          </ac:picMkLst>
        </pc:picChg>
        <pc:picChg chg="add mod">
          <ac:chgData name="Lahari Sai" userId="1942a5df8d8ec0b5" providerId="LiveId" clId="{CC7D1C39-2D00-4D05-AC27-53CA4C37F6AE}" dt="2025-05-16T03:21:34.250" v="706"/>
          <ac:picMkLst>
            <pc:docMk/>
            <pc:sldMk cId="4191605831" sldId="278"/>
            <ac:picMk id="7" creationId="{0C050756-E5A6-32F5-F94E-ABFA18EE488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43E45E-F603-4E91-93FB-7F826638A40D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CD359DE-BDF8-4476-94DA-C9A37002184B}">
      <dgm:prSet phldrT="[Text]" custT="1"/>
      <dgm:spPr/>
      <dgm:t>
        <a:bodyPr/>
        <a:lstStyle/>
        <a:p>
          <a:r>
            <a:rPr lang="en-US" sz="2200" dirty="0"/>
            <a:t>Implement a secure, scalable identity verification system</a:t>
          </a:r>
          <a:endParaRPr lang="en-IN" sz="2200" dirty="0"/>
        </a:p>
      </dgm:t>
    </dgm:pt>
    <dgm:pt modelId="{23BA343F-A853-492F-AF82-034B327E7013}" type="parTrans" cxnId="{039BF607-6FCC-4057-931E-BC268E6B034A}">
      <dgm:prSet/>
      <dgm:spPr/>
      <dgm:t>
        <a:bodyPr/>
        <a:lstStyle/>
        <a:p>
          <a:endParaRPr lang="en-IN"/>
        </a:p>
      </dgm:t>
    </dgm:pt>
    <dgm:pt modelId="{309F4412-F0AD-4111-B308-565F4E050F53}" type="sibTrans" cxnId="{039BF607-6FCC-4057-931E-BC268E6B034A}">
      <dgm:prSet/>
      <dgm:spPr/>
      <dgm:t>
        <a:bodyPr/>
        <a:lstStyle/>
        <a:p>
          <a:endParaRPr lang="en-IN" dirty="0"/>
        </a:p>
      </dgm:t>
    </dgm:pt>
    <dgm:pt modelId="{330A9E88-7D04-4D1D-8DA0-5C9145704908}">
      <dgm:prSet phldrT="[Text]"/>
      <dgm:spPr/>
      <dgm:t>
        <a:bodyPr/>
        <a:lstStyle/>
        <a:p>
          <a:r>
            <a:rPr lang="en-US" dirty="0"/>
            <a:t>Enable remote verification via cloud infrastructure.</a:t>
          </a:r>
          <a:endParaRPr lang="en-IN" dirty="0"/>
        </a:p>
      </dgm:t>
    </dgm:pt>
    <dgm:pt modelId="{AE89CD33-9F8B-4AAC-A62E-128F6F9F8B81}" type="parTrans" cxnId="{7540F583-0342-4B3F-805D-50A3DD7762E3}">
      <dgm:prSet/>
      <dgm:spPr/>
      <dgm:t>
        <a:bodyPr/>
        <a:lstStyle/>
        <a:p>
          <a:endParaRPr lang="en-IN"/>
        </a:p>
      </dgm:t>
    </dgm:pt>
    <dgm:pt modelId="{33A7627C-46DA-4F10-A4F2-8E6C85BAE8F0}" type="sibTrans" cxnId="{7540F583-0342-4B3F-805D-50A3DD7762E3}">
      <dgm:prSet/>
      <dgm:spPr/>
      <dgm:t>
        <a:bodyPr/>
        <a:lstStyle/>
        <a:p>
          <a:endParaRPr lang="en-IN"/>
        </a:p>
      </dgm:t>
    </dgm:pt>
    <dgm:pt modelId="{FF379C46-A6BA-494F-80D3-7996FEA0BE60}">
      <dgm:prSet phldrT="[Text]" custT="1"/>
      <dgm:spPr/>
      <dgm:t>
        <a:bodyPr/>
        <a:lstStyle/>
        <a:p>
          <a:r>
            <a:rPr lang="en-US" sz="2200" dirty="0"/>
            <a:t>Use AI-driven document and biometric authentication.</a:t>
          </a:r>
          <a:endParaRPr lang="en-IN" sz="2200" dirty="0"/>
        </a:p>
      </dgm:t>
    </dgm:pt>
    <dgm:pt modelId="{3C060203-52E1-43CA-9840-74AF14B803E6}" type="sibTrans" cxnId="{1728B6EE-9CE7-4F3E-A686-9B4E2FCEEDFF}">
      <dgm:prSet/>
      <dgm:spPr/>
      <dgm:t>
        <a:bodyPr/>
        <a:lstStyle/>
        <a:p>
          <a:endParaRPr lang="en-IN"/>
        </a:p>
      </dgm:t>
    </dgm:pt>
    <dgm:pt modelId="{82F1DA1A-D82B-424B-BF12-EB214F19C49E}" type="parTrans" cxnId="{1728B6EE-9CE7-4F3E-A686-9B4E2FCEEDFF}">
      <dgm:prSet/>
      <dgm:spPr/>
      <dgm:t>
        <a:bodyPr/>
        <a:lstStyle/>
        <a:p>
          <a:endParaRPr lang="en-IN"/>
        </a:p>
      </dgm:t>
    </dgm:pt>
    <dgm:pt modelId="{262BAD33-B752-49DF-82A4-DC2622B21EFB}">
      <dgm:prSet/>
      <dgm:spPr/>
      <dgm:t>
        <a:bodyPr/>
        <a:lstStyle/>
        <a:p>
          <a:r>
            <a:rPr lang="en-US"/>
            <a:t>Ensure compliance with global data protection laws</a:t>
          </a:r>
          <a:endParaRPr lang="en-IN"/>
        </a:p>
      </dgm:t>
    </dgm:pt>
    <dgm:pt modelId="{EEF925BF-ECC8-4510-BCF0-83B57842AE09}" type="parTrans" cxnId="{0EEEB3E0-7396-44AB-A9CD-4C777D9CBB45}">
      <dgm:prSet/>
      <dgm:spPr/>
      <dgm:t>
        <a:bodyPr/>
        <a:lstStyle/>
        <a:p>
          <a:endParaRPr lang="en-IN"/>
        </a:p>
      </dgm:t>
    </dgm:pt>
    <dgm:pt modelId="{04ADC808-BE94-4697-B40A-E850FD18B344}" type="sibTrans" cxnId="{0EEEB3E0-7396-44AB-A9CD-4C777D9CBB45}">
      <dgm:prSet/>
      <dgm:spPr/>
      <dgm:t>
        <a:bodyPr/>
        <a:lstStyle/>
        <a:p>
          <a:endParaRPr lang="en-IN"/>
        </a:p>
      </dgm:t>
    </dgm:pt>
    <dgm:pt modelId="{C100C9DA-F579-4908-99E0-649526E3A30F}" type="pres">
      <dgm:prSet presAssocID="{DE43E45E-F603-4E91-93FB-7F826638A40D}" presName="outerComposite" presStyleCnt="0">
        <dgm:presLayoutVars>
          <dgm:chMax val="5"/>
          <dgm:dir/>
          <dgm:resizeHandles val="exact"/>
        </dgm:presLayoutVars>
      </dgm:prSet>
      <dgm:spPr/>
    </dgm:pt>
    <dgm:pt modelId="{9E852EC0-71A4-4124-B267-F0BAAD0A0C68}" type="pres">
      <dgm:prSet presAssocID="{DE43E45E-F603-4E91-93FB-7F826638A40D}" presName="dummyMaxCanvas" presStyleCnt="0">
        <dgm:presLayoutVars/>
      </dgm:prSet>
      <dgm:spPr/>
    </dgm:pt>
    <dgm:pt modelId="{F8D87EDD-B7AB-4177-854D-A0830D0B32B8}" type="pres">
      <dgm:prSet presAssocID="{DE43E45E-F603-4E91-93FB-7F826638A40D}" presName="FourNodes_1" presStyleLbl="node1" presStyleIdx="0" presStyleCnt="4" custScaleX="101393" custScaleY="58257">
        <dgm:presLayoutVars>
          <dgm:bulletEnabled val="1"/>
        </dgm:presLayoutVars>
      </dgm:prSet>
      <dgm:spPr/>
    </dgm:pt>
    <dgm:pt modelId="{8DAB3924-F50F-46AD-BDCA-4D2C732CD50B}" type="pres">
      <dgm:prSet presAssocID="{DE43E45E-F603-4E91-93FB-7F826638A40D}" presName="FourNodes_2" presStyleLbl="node1" presStyleIdx="1" presStyleCnt="4" custScaleY="49363">
        <dgm:presLayoutVars>
          <dgm:bulletEnabled val="1"/>
        </dgm:presLayoutVars>
      </dgm:prSet>
      <dgm:spPr/>
    </dgm:pt>
    <dgm:pt modelId="{AB8148EF-9814-43B7-A400-53D84C404067}" type="pres">
      <dgm:prSet presAssocID="{DE43E45E-F603-4E91-93FB-7F826638A40D}" presName="FourNodes_3" presStyleLbl="node1" presStyleIdx="2" presStyleCnt="4" custScaleY="54752" custLinFactNeighborX="697" custLinFactNeighborY="-7935">
        <dgm:presLayoutVars>
          <dgm:bulletEnabled val="1"/>
        </dgm:presLayoutVars>
      </dgm:prSet>
      <dgm:spPr/>
    </dgm:pt>
    <dgm:pt modelId="{2267BF85-6568-45B9-808B-7F3F76FF1B60}" type="pres">
      <dgm:prSet presAssocID="{DE43E45E-F603-4E91-93FB-7F826638A40D}" presName="FourNodes_4" presStyleLbl="node1" presStyleIdx="3" presStyleCnt="4" custScaleY="60120">
        <dgm:presLayoutVars>
          <dgm:bulletEnabled val="1"/>
        </dgm:presLayoutVars>
      </dgm:prSet>
      <dgm:spPr/>
    </dgm:pt>
    <dgm:pt modelId="{0B212BEF-03E8-411F-A75A-688BE019DBF5}" type="pres">
      <dgm:prSet presAssocID="{DE43E45E-F603-4E91-93FB-7F826638A40D}" presName="FourConn_1-2" presStyleLbl="fgAccFollowNode1" presStyleIdx="0" presStyleCnt="3" custScaleX="63128" custScaleY="76002">
        <dgm:presLayoutVars>
          <dgm:bulletEnabled val="1"/>
        </dgm:presLayoutVars>
      </dgm:prSet>
      <dgm:spPr/>
    </dgm:pt>
    <dgm:pt modelId="{A3A8BC1C-621E-4A49-9CEA-FD2CB942F981}" type="pres">
      <dgm:prSet presAssocID="{DE43E45E-F603-4E91-93FB-7F826638A40D}" presName="FourConn_2-3" presStyleLbl="fgAccFollowNode1" presStyleIdx="1" presStyleCnt="3" custScaleX="53738" custScaleY="84174" custLinFactNeighborX="-24415" custLinFactNeighborY="-2713">
        <dgm:presLayoutVars>
          <dgm:bulletEnabled val="1"/>
        </dgm:presLayoutVars>
      </dgm:prSet>
      <dgm:spPr/>
    </dgm:pt>
    <dgm:pt modelId="{EB155F6A-C58E-41FF-9F45-D0CACC251B5A}" type="pres">
      <dgm:prSet presAssocID="{DE43E45E-F603-4E91-93FB-7F826638A40D}" presName="FourConn_3-4" presStyleLbl="fgAccFollowNode1" presStyleIdx="2" presStyleCnt="3" custScaleX="61616" custScaleY="97858" custLinFactNeighborX="-40303" custLinFactNeighborY="-5426">
        <dgm:presLayoutVars>
          <dgm:bulletEnabled val="1"/>
        </dgm:presLayoutVars>
      </dgm:prSet>
      <dgm:spPr/>
    </dgm:pt>
    <dgm:pt modelId="{E90937A0-DDE5-47E6-823A-56F878E9DACB}" type="pres">
      <dgm:prSet presAssocID="{DE43E45E-F603-4E91-93FB-7F826638A40D}" presName="FourNodes_1_text" presStyleLbl="node1" presStyleIdx="3" presStyleCnt="4">
        <dgm:presLayoutVars>
          <dgm:bulletEnabled val="1"/>
        </dgm:presLayoutVars>
      </dgm:prSet>
      <dgm:spPr/>
    </dgm:pt>
    <dgm:pt modelId="{02C942CD-4E9C-4A75-ADE5-C94BCA948B7A}" type="pres">
      <dgm:prSet presAssocID="{DE43E45E-F603-4E91-93FB-7F826638A40D}" presName="FourNodes_2_text" presStyleLbl="node1" presStyleIdx="3" presStyleCnt="4">
        <dgm:presLayoutVars>
          <dgm:bulletEnabled val="1"/>
        </dgm:presLayoutVars>
      </dgm:prSet>
      <dgm:spPr/>
    </dgm:pt>
    <dgm:pt modelId="{325A4D56-9307-45D7-AAB8-CEBCB826F50C}" type="pres">
      <dgm:prSet presAssocID="{DE43E45E-F603-4E91-93FB-7F826638A40D}" presName="FourNodes_3_text" presStyleLbl="node1" presStyleIdx="3" presStyleCnt="4">
        <dgm:presLayoutVars>
          <dgm:bulletEnabled val="1"/>
        </dgm:presLayoutVars>
      </dgm:prSet>
      <dgm:spPr/>
    </dgm:pt>
    <dgm:pt modelId="{94F38E0D-C64F-4E9D-A0AA-D97BE00C1DC2}" type="pres">
      <dgm:prSet presAssocID="{DE43E45E-F603-4E91-93FB-7F826638A40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39BF607-6FCC-4057-931E-BC268E6B034A}" srcId="{DE43E45E-F603-4E91-93FB-7F826638A40D}" destId="{1CD359DE-BDF8-4476-94DA-C9A37002184B}" srcOrd="0" destOrd="0" parTransId="{23BA343F-A853-492F-AF82-034B327E7013}" sibTransId="{309F4412-F0AD-4111-B308-565F4E050F53}"/>
    <dgm:cxn modelId="{4A21BB38-2D4C-4835-9E3E-F7E9393C2F38}" type="presOf" srcId="{309F4412-F0AD-4111-B308-565F4E050F53}" destId="{0B212BEF-03E8-411F-A75A-688BE019DBF5}" srcOrd="0" destOrd="0" presId="urn:microsoft.com/office/officeart/2005/8/layout/vProcess5"/>
    <dgm:cxn modelId="{F9FC824D-9D07-4695-B4DF-21F776D7BB47}" type="presOf" srcId="{262BAD33-B752-49DF-82A4-DC2622B21EFB}" destId="{2267BF85-6568-45B9-808B-7F3F76FF1B60}" srcOrd="0" destOrd="0" presId="urn:microsoft.com/office/officeart/2005/8/layout/vProcess5"/>
    <dgm:cxn modelId="{7540F583-0342-4B3F-805D-50A3DD7762E3}" srcId="{DE43E45E-F603-4E91-93FB-7F826638A40D}" destId="{330A9E88-7D04-4D1D-8DA0-5C9145704908}" srcOrd="2" destOrd="0" parTransId="{AE89CD33-9F8B-4AAC-A62E-128F6F9F8B81}" sibTransId="{33A7627C-46DA-4F10-A4F2-8E6C85BAE8F0}"/>
    <dgm:cxn modelId="{1E5F658F-9938-40B1-93A5-2473817E3503}" type="presOf" srcId="{DE43E45E-F603-4E91-93FB-7F826638A40D}" destId="{C100C9DA-F579-4908-99E0-649526E3A30F}" srcOrd="0" destOrd="0" presId="urn:microsoft.com/office/officeart/2005/8/layout/vProcess5"/>
    <dgm:cxn modelId="{B7EB8F9B-6051-4D9F-BB71-2796213D4C5B}" type="presOf" srcId="{330A9E88-7D04-4D1D-8DA0-5C9145704908}" destId="{325A4D56-9307-45D7-AAB8-CEBCB826F50C}" srcOrd="1" destOrd="0" presId="urn:microsoft.com/office/officeart/2005/8/layout/vProcess5"/>
    <dgm:cxn modelId="{38F5FCAC-F2F9-42F8-8381-8C2313808A5E}" type="presOf" srcId="{3C060203-52E1-43CA-9840-74AF14B803E6}" destId="{A3A8BC1C-621E-4A49-9CEA-FD2CB942F981}" srcOrd="0" destOrd="0" presId="urn:microsoft.com/office/officeart/2005/8/layout/vProcess5"/>
    <dgm:cxn modelId="{FFFB3CBB-A661-454E-9621-B46D4CD4A8D5}" type="presOf" srcId="{330A9E88-7D04-4D1D-8DA0-5C9145704908}" destId="{AB8148EF-9814-43B7-A400-53D84C404067}" srcOrd="0" destOrd="0" presId="urn:microsoft.com/office/officeart/2005/8/layout/vProcess5"/>
    <dgm:cxn modelId="{0167CCBE-E01A-44AC-8310-C3A582CA8CE0}" type="presOf" srcId="{1CD359DE-BDF8-4476-94DA-C9A37002184B}" destId="{E90937A0-DDE5-47E6-823A-56F878E9DACB}" srcOrd="1" destOrd="0" presId="urn:microsoft.com/office/officeart/2005/8/layout/vProcess5"/>
    <dgm:cxn modelId="{775A4AC2-856B-40D9-959A-AB76CB2D16F0}" type="presOf" srcId="{262BAD33-B752-49DF-82A4-DC2622B21EFB}" destId="{94F38E0D-C64F-4E9D-A0AA-D97BE00C1DC2}" srcOrd="1" destOrd="0" presId="urn:microsoft.com/office/officeart/2005/8/layout/vProcess5"/>
    <dgm:cxn modelId="{E0AC18C8-0396-49F2-BD1B-ABDD4D5B937A}" type="presOf" srcId="{FF379C46-A6BA-494F-80D3-7996FEA0BE60}" destId="{8DAB3924-F50F-46AD-BDCA-4D2C732CD50B}" srcOrd="0" destOrd="0" presId="urn:microsoft.com/office/officeart/2005/8/layout/vProcess5"/>
    <dgm:cxn modelId="{74AA82DD-23BD-4DDA-A9A8-A25B690D6318}" type="presOf" srcId="{1CD359DE-BDF8-4476-94DA-C9A37002184B}" destId="{F8D87EDD-B7AB-4177-854D-A0830D0B32B8}" srcOrd="0" destOrd="0" presId="urn:microsoft.com/office/officeart/2005/8/layout/vProcess5"/>
    <dgm:cxn modelId="{0EEEB3E0-7396-44AB-A9CD-4C777D9CBB45}" srcId="{DE43E45E-F603-4E91-93FB-7F826638A40D}" destId="{262BAD33-B752-49DF-82A4-DC2622B21EFB}" srcOrd="3" destOrd="0" parTransId="{EEF925BF-ECC8-4510-BCF0-83B57842AE09}" sibTransId="{04ADC808-BE94-4697-B40A-E850FD18B344}"/>
    <dgm:cxn modelId="{4A3071ED-7725-48D9-A4A8-7102271C2672}" type="presOf" srcId="{FF379C46-A6BA-494F-80D3-7996FEA0BE60}" destId="{02C942CD-4E9C-4A75-ADE5-C94BCA948B7A}" srcOrd="1" destOrd="0" presId="urn:microsoft.com/office/officeart/2005/8/layout/vProcess5"/>
    <dgm:cxn modelId="{1728B6EE-9CE7-4F3E-A686-9B4E2FCEEDFF}" srcId="{DE43E45E-F603-4E91-93FB-7F826638A40D}" destId="{FF379C46-A6BA-494F-80D3-7996FEA0BE60}" srcOrd="1" destOrd="0" parTransId="{82F1DA1A-D82B-424B-BF12-EB214F19C49E}" sibTransId="{3C060203-52E1-43CA-9840-74AF14B803E6}"/>
    <dgm:cxn modelId="{058E0AF8-7642-4241-9CE5-7D3140D5CD25}" type="presOf" srcId="{33A7627C-46DA-4F10-A4F2-8E6C85BAE8F0}" destId="{EB155F6A-C58E-41FF-9F45-D0CACC251B5A}" srcOrd="0" destOrd="0" presId="urn:microsoft.com/office/officeart/2005/8/layout/vProcess5"/>
    <dgm:cxn modelId="{7ECEF4A0-3E4F-47CB-BCFD-C4E0B9CF7503}" type="presParOf" srcId="{C100C9DA-F579-4908-99E0-649526E3A30F}" destId="{9E852EC0-71A4-4124-B267-F0BAAD0A0C68}" srcOrd="0" destOrd="0" presId="urn:microsoft.com/office/officeart/2005/8/layout/vProcess5"/>
    <dgm:cxn modelId="{7982728C-8B3B-4DE4-A4A0-A8D43180ECD8}" type="presParOf" srcId="{C100C9DA-F579-4908-99E0-649526E3A30F}" destId="{F8D87EDD-B7AB-4177-854D-A0830D0B32B8}" srcOrd="1" destOrd="0" presId="urn:microsoft.com/office/officeart/2005/8/layout/vProcess5"/>
    <dgm:cxn modelId="{9F818BDF-DC34-42F3-8DD1-28C5DAE30FDA}" type="presParOf" srcId="{C100C9DA-F579-4908-99E0-649526E3A30F}" destId="{8DAB3924-F50F-46AD-BDCA-4D2C732CD50B}" srcOrd="2" destOrd="0" presId="urn:microsoft.com/office/officeart/2005/8/layout/vProcess5"/>
    <dgm:cxn modelId="{9E2E1364-7C89-4A96-9123-8AAAEB4B231A}" type="presParOf" srcId="{C100C9DA-F579-4908-99E0-649526E3A30F}" destId="{AB8148EF-9814-43B7-A400-53D84C404067}" srcOrd="3" destOrd="0" presId="urn:microsoft.com/office/officeart/2005/8/layout/vProcess5"/>
    <dgm:cxn modelId="{BAAEBD2A-46CA-4C68-BB92-ED57422A1F08}" type="presParOf" srcId="{C100C9DA-F579-4908-99E0-649526E3A30F}" destId="{2267BF85-6568-45B9-808B-7F3F76FF1B60}" srcOrd="4" destOrd="0" presId="urn:microsoft.com/office/officeart/2005/8/layout/vProcess5"/>
    <dgm:cxn modelId="{CC702161-802F-4AB7-9688-DE413ADF9105}" type="presParOf" srcId="{C100C9DA-F579-4908-99E0-649526E3A30F}" destId="{0B212BEF-03E8-411F-A75A-688BE019DBF5}" srcOrd="5" destOrd="0" presId="urn:microsoft.com/office/officeart/2005/8/layout/vProcess5"/>
    <dgm:cxn modelId="{91B05388-D00C-470F-8DB6-D183027C8AF5}" type="presParOf" srcId="{C100C9DA-F579-4908-99E0-649526E3A30F}" destId="{A3A8BC1C-621E-4A49-9CEA-FD2CB942F981}" srcOrd="6" destOrd="0" presId="urn:microsoft.com/office/officeart/2005/8/layout/vProcess5"/>
    <dgm:cxn modelId="{DB5086D4-AB9D-4687-BF62-A27C26E0547B}" type="presParOf" srcId="{C100C9DA-F579-4908-99E0-649526E3A30F}" destId="{EB155F6A-C58E-41FF-9F45-D0CACC251B5A}" srcOrd="7" destOrd="0" presId="urn:microsoft.com/office/officeart/2005/8/layout/vProcess5"/>
    <dgm:cxn modelId="{21420965-4B77-4551-9CCE-20B261A62334}" type="presParOf" srcId="{C100C9DA-F579-4908-99E0-649526E3A30F}" destId="{E90937A0-DDE5-47E6-823A-56F878E9DACB}" srcOrd="8" destOrd="0" presId="urn:microsoft.com/office/officeart/2005/8/layout/vProcess5"/>
    <dgm:cxn modelId="{D07172A7-5247-450D-9AF4-E00AC559DDAD}" type="presParOf" srcId="{C100C9DA-F579-4908-99E0-649526E3A30F}" destId="{02C942CD-4E9C-4A75-ADE5-C94BCA948B7A}" srcOrd="9" destOrd="0" presId="urn:microsoft.com/office/officeart/2005/8/layout/vProcess5"/>
    <dgm:cxn modelId="{815A928C-E3E4-41E0-B136-12AED9B6E724}" type="presParOf" srcId="{C100C9DA-F579-4908-99E0-649526E3A30F}" destId="{325A4D56-9307-45D7-AAB8-CEBCB826F50C}" srcOrd="10" destOrd="0" presId="urn:microsoft.com/office/officeart/2005/8/layout/vProcess5"/>
    <dgm:cxn modelId="{BA06420B-7735-49E1-BA90-51A6677D54A0}" type="presParOf" srcId="{C100C9DA-F579-4908-99E0-649526E3A30F}" destId="{94F38E0D-C64F-4E9D-A0AA-D97BE00C1DC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D87EDD-B7AB-4177-854D-A0830D0B32B8}">
      <dsp:nvSpPr>
        <dsp:cNvPr id="0" name=""/>
        <dsp:cNvSpPr/>
      </dsp:nvSpPr>
      <dsp:spPr>
        <a:xfrm>
          <a:off x="-30121" y="248810"/>
          <a:ext cx="8769798" cy="6944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Implement a secure, scalable identity verification system</a:t>
          </a:r>
          <a:endParaRPr lang="en-IN" sz="2200" kern="1200" dirty="0"/>
        </a:p>
      </dsp:txBody>
      <dsp:txXfrm>
        <a:off x="-9780" y="269151"/>
        <a:ext cx="7393488" cy="653803"/>
      </dsp:txXfrm>
    </dsp:sp>
    <dsp:sp modelId="{8DAB3924-F50F-46AD-BDCA-4D2C732CD50B}">
      <dsp:nvSpPr>
        <dsp:cNvPr id="0" name=""/>
        <dsp:cNvSpPr/>
      </dsp:nvSpPr>
      <dsp:spPr>
        <a:xfrm>
          <a:off x="754501" y="1710676"/>
          <a:ext cx="8649313" cy="5884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Use AI-driven document and biometric authentication.</a:t>
          </a:r>
          <a:endParaRPr lang="en-IN" sz="2200" kern="1200" dirty="0"/>
        </a:p>
      </dsp:txBody>
      <dsp:txXfrm>
        <a:off x="771736" y="1727911"/>
        <a:ext cx="7115594" cy="553989"/>
      </dsp:txXfrm>
    </dsp:sp>
    <dsp:sp modelId="{AB8148EF-9814-43B7-A400-53D84C404067}">
      <dsp:nvSpPr>
        <dsp:cNvPr id="0" name=""/>
        <dsp:cNvSpPr/>
      </dsp:nvSpPr>
      <dsp:spPr>
        <a:xfrm>
          <a:off x="1528355" y="2992815"/>
          <a:ext cx="8649313" cy="652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Enable remote verification via cloud infrastructure.</a:t>
          </a:r>
          <a:endParaRPr lang="en-IN" sz="2600" kern="1200" dirty="0"/>
        </a:p>
      </dsp:txBody>
      <dsp:txXfrm>
        <a:off x="1547472" y="3011932"/>
        <a:ext cx="7122641" cy="614468"/>
      </dsp:txXfrm>
    </dsp:sp>
    <dsp:sp modelId="{2267BF85-6568-45B9-808B-7F3F76FF1B60}">
      <dsp:nvSpPr>
        <dsp:cNvPr id="0" name=""/>
        <dsp:cNvSpPr/>
      </dsp:nvSpPr>
      <dsp:spPr>
        <a:xfrm>
          <a:off x="2192449" y="4464266"/>
          <a:ext cx="8649313" cy="7166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Ensure compliance with global data protection laws</a:t>
          </a:r>
          <a:endParaRPr lang="en-IN" sz="2600" kern="1200"/>
        </a:p>
      </dsp:txBody>
      <dsp:txXfrm>
        <a:off x="2213440" y="4485257"/>
        <a:ext cx="7108082" cy="674712"/>
      </dsp:txXfrm>
    </dsp:sp>
    <dsp:sp modelId="{0B212BEF-03E8-411F-A75A-688BE019DBF5}">
      <dsp:nvSpPr>
        <dsp:cNvPr id="0" name=""/>
        <dsp:cNvSpPr/>
      </dsp:nvSpPr>
      <dsp:spPr>
        <a:xfrm>
          <a:off x="8047420" y="1006021"/>
          <a:ext cx="489159" cy="5889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 dirty="0"/>
        </a:p>
      </dsp:txBody>
      <dsp:txXfrm>
        <a:off x="8157481" y="1006021"/>
        <a:ext cx="269037" cy="467849"/>
      </dsp:txXfrm>
    </dsp:sp>
    <dsp:sp modelId="{A3A8BC1C-621E-4A49-9CEA-FD2CB942F981}">
      <dsp:nvSpPr>
        <dsp:cNvPr id="0" name=""/>
        <dsp:cNvSpPr/>
      </dsp:nvSpPr>
      <dsp:spPr>
        <a:xfrm>
          <a:off x="8618996" y="2362192"/>
          <a:ext cx="416399" cy="65223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8712686" y="2362192"/>
        <a:ext cx="229019" cy="549179"/>
      </dsp:txXfrm>
    </dsp:sp>
    <dsp:sp modelId="{EB155F6A-C58E-41FF-9F45-D0CACC251B5A}">
      <dsp:nvSpPr>
        <dsp:cNvPr id="0" name=""/>
        <dsp:cNvSpPr/>
      </dsp:nvSpPr>
      <dsp:spPr>
        <a:xfrm>
          <a:off x="9178931" y="3697006"/>
          <a:ext cx="477443" cy="75827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500" kern="1200"/>
        </a:p>
      </dsp:txBody>
      <dsp:txXfrm>
        <a:off x="9286356" y="3697006"/>
        <a:ext cx="262593" cy="640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6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8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0486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04864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9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0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2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04865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1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04861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04865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0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1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04866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0486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0486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0486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dpr.eu/" TargetMode="External"/><Relationship Id="rId7" Type="http://schemas.openxmlformats.org/officeDocument/2006/relationships/image" Target="../media/image2.jpeg"/><Relationship Id="rId2" Type="http://schemas.openxmlformats.org/officeDocument/2006/relationships/hyperlink" Target="https://www.nist.gov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fidoalliance.org/" TargetMode="External"/><Relationship Id="rId4" Type="http://schemas.openxmlformats.org/officeDocument/2006/relationships/hyperlink" Target="https://www.iso.org/standard/43757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914400" y="1579880"/>
            <a:ext cx="10363200" cy="150241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ptos Narrow" panose="020B0004020202020204" pitchFamily="34" charset="0"/>
                <a:cs typeface="Times New Roman" panose="02020603050405020304" charset="0"/>
              </a:rPr>
              <a:t>Cloud Based Digital Identity Verification System</a:t>
            </a:r>
            <a:endParaRPr sz="4000" b="1" dirty="0">
              <a:latin typeface="Aptos Narrow" panose="020B0004020202020204" pitchFamily="34" charset="0"/>
              <a:cs typeface="Times New Roman" panose="02020603050405020304" charset="0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1828800" y="3405352"/>
            <a:ext cx="8534400" cy="2233448"/>
          </a:xfrm>
        </p:spPr>
        <p:txBody>
          <a:bodyPr>
            <a:normAutofit fontScale="97500" lnSpcReduction="10000"/>
          </a:bodyPr>
          <a:lstStyle/>
          <a:p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Presented by: </a:t>
            </a:r>
            <a:endParaRPr lang="en-US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T S SAI LAHARI</a:t>
            </a:r>
          </a:p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192325137</a:t>
            </a:r>
          </a:p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CSA1503 Cloud Computing and Big 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Data Analytics for</a:t>
            </a:r>
          </a:p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Smart cities</a:t>
            </a:r>
          </a:p>
        </p:txBody>
      </p:sp>
      <p:pic>
        <p:nvPicPr>
          <p:cNvPr id="2097152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53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182880" y="1762124"/>
            <a:ext cx="6648844" cy="50958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Aptos Display" panose="020B0004020202020204" pitchFamily="34" charset="0"/>
              </a:rPr>
              <a:t>Overview of the project: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Aptos Display" panose="020B0004020202020204" pitchFamily="34" charset="0"/>
              </a:rPr>
              <a:t>Build a secure cloud system for digital identity verification.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Aptos Display" panose="020B0004020202020204" pitchFamily="34" charset="0"/>
              </a:rPr>
              <a:t>Enable fast, scalable authentication across devices.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Aptos Display" panose="020B0004020202020204" pitchFamily="34" charset="0"/>
              </a:rPr>
              <a:t>Purpose of the project: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Aptos Display" panose="020B0004020202020204" pitchFamily="34" charset="0"/>
              </a:rPr>
              <a:t>Prevent identity fraud with accurate verification.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Aptos Display" panose="020B0004020202020204" pitchFamily="34" charset="0"/>
              </a:rPr>
              <a:t>Ensure privacy and easy access via the cloud.</a:t>
            </a:r>
          </a:p>
        </p:txBody>
      </p:sp>
      <p:pic>
        <p:nvPicPr>
          <p:cNvPr id="209715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5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Story pin image">
            <a:extLst>
              <a:ext uri="{FF2B5EF4-FFF2-40B4-BE49-F238E27FC236}">
                <a16:creationId xmlns:a16="http://schemas.microsoft.com/office/drawing/2014/main" id="{874C24B3-DBBD-C4DD-011F-B2544676B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724" y="2412943"/>
            <a:ext cx="5311606" cy="379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 dirty="0"/>
              <a:t>Problem Statement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400" y="1313735"/>
            <a:ext cx="5986919" cy="554904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Increasing identity fraud and data breaches compromise user security.</a:t>
            </a:r>
            <a:endParaRPr lang="en-US" sz="2200" dirty="0">
              <a:latin typeface="Times New Roman"/>
              <a:cs typeface="Times New Roman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Manual identity verification processes are slow, inefficient, and costly.</a:t>
            </a:r>
            <a:endParaRPr lang="en-US" sz="2200" dirty="0">
              <a:latin typeface="Times New Roman"/>
              <a:cs typeface="Times New Roman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Lack of a unified global digital identity framework creates compliance challenges.</a:t>
            </a:r>
            <a:endParaRPr lang="en-US" sz="2200" dirty="0">
              <a:latin typeface="Times New Roman"/>
              <a:cs typeface="Times New Roman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/>
                <a:ea typeface="+mn-lt"/>
                <a:cs typeface="+mn-lt"/>
              </a:rPr>
              <a:t>Businesses require a scalable, automated, and cost-effective solution for identity verification.</a:t>
            </a:r>
            <a:br>
              <a:rPr lang="en-US" sz="2200" dirty="0"/>
            </a:br>
            <a:endParaRPr lang="en-US" sz="2200" dirty="0"/>
          </a:p>
        </p:txBody>
      </p:sp>
      <p:pic>
        <p:nvPicPr>
          <p:cNvPr id="4" name="Picture 3" descr="Problem Statement Vectors - Download Free High-Quality Vectors from Freepik  | Freepik">
            <a:extLst>
              <a:ext uri="{FF2B5EF4-FFF2-40B4-BE49-F238E27FC236}">
                <a16:creationId xmlns:a16="http://schemas.microsoft.com/office/drawing/2014/main" id="{30988CA7-F379-BC9E-BFB7-E7AD2F2708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/>
        </p:blipFill>
        <p:spPr>
          <a:xfrm>
            <a:off x="6596519" y="1839311"/>
            <a:ext cx="5595481" cy="4913586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6EC40A12-85DA-3CC9-AD98-624D97ACF36F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5BCA58-A1CB-D727-DBA8-D357B471165F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pic>
        <p:nvPicPr>
          <p:cNvPr id="2097156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57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E2D59573-458C-807D-E0E5-EB360140A3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368534"/>
              </p:ext>
            </p:extLst>
          </p:nvPr>
        </p:nvGraphicFramePr>
        <p:xfrm>
          <a:off x="1096579" y="1526633"/>
          <a:ext cx="1081164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Literature Review / Background</a:t>
            </a:r>
          </a:p>
        </p:txBody>
      </p:sp>
      <p:pic>
        <p:nvPicPr>
          <p:cNvPr id="2097158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59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69CC3-153D-3573-FDD4-A299C19EC5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5126" y="1482961"/>
            <a:ext cx="11469522" cy="5381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Summary of Existing Research: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latin typeface="Aptos Display" panose="020B0004020202020204" pitchFamily="34" charset="0"/>
              </a:rPr>
              <a:t>Previous studies focus on cloud-based identity verification using biometrics, encryption, and multi-factor authentication to improve security and accessibility.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Theoretical Foundation: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latin typeface="Aptos Display" panose="020B0004020202020204" pitchFamily="34" charset="0"/>
              </a:rPr>
              <a:t>While current methods enhance authentication accuracy, there is a need for more scalable, privacy-preserving solutions that leverage cloud computing to handle large user bases efficiently.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>
          <a:xfrm>
            <a:off x="356235" y="1782445"/>
            <a:ext cx="11226165" cy="488378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Tools &amp; Frameworks Used: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Python, OpenCV, </a:t>
            </a:r>
            <a:r>
              <a:rPr lang="en-US" sz="2400" dirty="0" err="1">
                <a:latin typeface="Aptos Display" panose="020B0004020202020204" pitchFamily="34" charset="0"/>
              </a:rPr>
              <a:t>face_recognition</a:t>
            </a:r>
            <a:r>
              <a:rPr lang="en-US" sz="2400" dirty="0">
                <a:latin typeface="Aptos Display" panose="020B0004020202020204" pitchFamily="34" charset="0"/>
              </a:rPr>
              <a:t>, Flask (for UI/API), Azure Face API (optional), NumPy, PIL, SQLite (for identity storage)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Development Approach: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Implement face detection and feature extraction, integrate facial similarity scoring using local or cloud-based models, and iteratively test verification accuracy. Refine threshold values to optimize false acceptance and rejection rates.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Data Collection (if applicable):</a:t>
            </a:r>
            <a:br>
              <a:rPr lang="en-US" sz="24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Capture or upload ID photos and real-time selfies for matching. Public datasets like LFW (Labeled Faces in the Wild) used for initial model training and testing.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97160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61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777766" y="2832158"/>
            <a:ext cx="4178699" cy="935990"/>
          </a:xfrm>
        </p:spPr>
        <p:txBody>
          <a:bodyPr>
            <a:noAutofit/>
          </a:bodyPr>
          <a:lstStyle/>
          <a:p>
            <a:r>
              <a:rPr sz="8000" dirty="0">
                <a:latin typeface="The Serif Hand Black (Headings)"/>
              </a:rPr>
              <a:t>System  Architecture</a:t>
            </a:r>
          </a:p>
        </p:txBody>
      </p:sp>
      <p:pic>
        <p:nvPicPr>
          <p:cNvPr id="2097162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505" y="160655"/>
            <a:ext cx="1135380" cy="1114425"/>
          </a:xfrm>
          <a:prstGeom prst="rect">
            <a:avLst/>
          </a:prstGeom>
          <a:noFill/>
        </p:spPr>
      </p:pic>
      <p:pic>
        <p:nvPicPr>
          <p:cNvPr id="2097163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330" y="119380"/>
            <a:ext cx="1520190" cy="114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DED32797-54F3-35DE-B713-6D1C25BAC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191" y="1515676"/>
            <a:ext cx="5357262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70011"/>
            <a:ext cx="10972800" cy="44307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Technologies: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Flask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Web framework for handling uploads and serving the interface.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Reads and processes face images (grayscale conversion, resizing).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SSIM (Structural Similarity Index)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Measures facial similarity between two images (score &gt; 0.7 = Verified).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Templates (HTML)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Renders upload form and displays results.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Werkzeug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secure_filename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Ensures secure file uploads by avoiding directory traversal.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8EAF7-03DD-D37F-9146-13B67F515BDA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5927D62-E8FB-34EA-6185-F4769631142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376" y="2985381"/>
            <a:ext cx="7210095" cy="1143000"/>
          </a:xfrm>
        </p:spPr>
        <p:txBody>
          <a:bodyPr>
            <a:noAutofit/>
          </a:bodyPr>
          <a:lstStyle/>
          <a:p>
            <a:r>
              <a:rPr sz="8000" dirty="0">
                <a:latin typeface="Aptos Display" panose="020B0004020202020204" pitchFamily="34" charset="0"/>
              </a:rPr>
              <a:t>Implementation</a:t>
            </a:r>
            <a:br>
              <a:rPr lang="en-US" sz="8000" dirty="0">
                <a:latin typeface="Aptos Display" panose="020B0004020202020204" pitchFamily="34" charset="0"/>
              </a:rPr>
            </a:br>
            <a:r>
              <a:rPr lang="en-US" sz="8000" dirty="0"/>
              <a:t>workflow</a:t>
            </a:r>
            <a:endParaRPr sz="8000" dirty="0">
              <a:latin typeface="Aptos Display" panose="020B0004020202020204" pitchFamily="34" charset="0"/>
            </a:endParaRPr>
          </a:p>
        </p:txBody>
      </p:sp>
      <p:pic>
        <p:nvPicPr>
          <p:cNvPr id="209716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6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Content Placeholder 3" descr="Generated image">
            <a:extLst>
              <a:ext uri="{FF2B5EF4-FFF2-40B4-BE49-F238E27FC236}">
                <a16:creationId xmlns:a16="http://schemas.microsoft.com/office/drawing/2014/main" id="{88E62EE2-BF17-5C66-D8B5-21DE0056B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t="11749" r="-205" b="1639"/>
          <a:stretch/>
        </p:blipFill>
        <p:spPr>
          <a:xfrm>
            <a:off x="7293471" y="1534510"/>
            <a:ext cx="3490849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2720"/>
            <a:ext cx="10972800" cy="899160"/>
          </a:xfrm>
        </p:spPr>
        <p:txBody>
          <a:bodyPr/>
          <a:lstStyle/>
          <a:p>
            <a:r>
              <a:rPr lang="en-US" altLang="en-GB" dirty="0"/>
              <a:t> Code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186" y="1681547"/>
            <a:ext cx="11582400" cy="5176454"/>
          </a:xfrm>
        </p:spPr>
        <p:txBody>
          <a:bodyPr>
            <a:normAutofit fontScale="85000" lnSpcReduction="10000"/>
          </a:bodyPr>
          <a:lstStyle/>
          <a:p>
            <a:r>
              <a:rPr lang="en-US" altLang="en-GB" sz="1800" dirty="0"/>
              <a:t>from flask import Flask, </a:t>
            </a:r>
            <a:r>
              <a:rPr lang="en-US" altLang="en-GB" sz="1800" dirty="0" err="1"/>
              <a:t>render_template</a:t>
            </a:r>
            <a:r>
              <a:rPr lang="en-US" altLang="en-GB" sz="1800" dirty="0"/>
              <a:t>, request, </a:t>
            </a:r>
            <a:r>
              <a:rPr lang="en-US" altLang="en-GB" sz="1800" dirty="0" err="1"/>
              <a:t>url_for</a:t>
            </a:r>
            <a:endParaRPr lang="en-US" altLang="en-GB" sz="1800" dirty="0"/>
          </a:p>
          <a:p>
            <a:r>
              <a:rPr lang="en-US" altLang="en-GB" sz="1800" dirty="0"/>
              <a:t>from </a:t>
            </a:r>
            <a:r>
              <a:rPr lang="en-US" altLang="en-GB" sz="1800" dirty="0" err="1"/>
              <a:t>pathlib</a:t>
            </a:r>
            <a:r>
              <a:rPr lang="en-US" altLang="en-GB" sz="1800" dirty="0"/>
              <a:t> import Path</a:t>
            </a:r>
          </a:p>
          <a:p>
            <a:r>
              <a:rPr lang="en-US" altLang="en-GB" sz="1800" dirty="0"/>
              <a:t>from </a:t>
            </a:r>
            <a:r>
              <a:rPr lang="en-US" altLang="en-GB" sz="1800" dirty="0" err="1"/>
              <a:t>werkzeug.utils</a:t>
            </a:r>
            <a:r>
              <a:rPr lang="en-US" altLang="en-GB" sz="1800" dirty="0"/>
              <a:t> import </a:t>
            </a:r>
            <a:r>
              <a:rPr lang="en-US" altLang="en-GB" sz="1800" dirty="0" err="1"/>
              <a:t>secure_filename</a:t>
            </a:r>
            <a:endParaRPr lang="en-US" altLang="en-GB" sz="1800" dirty="0"/>
          </a:p>
          <a:p>
            <a:r>
              <a:rPr lang="en-US" altLang="en-GB" sz="1800" dirty="0"/>
              <a:t>from </a:t>
            </a:r>
            <a:r>
              <a:rPr lang="en-US" altLang="en-GB" sz="1800" dirty="0" err="1"/>
              <a:t>skimage.metrics</a:t>
            </a:r>
            <a:r>
              <a:rPr lang="en-US" altLang="en-GB" sz="1800" dirty="0"/>
              <a:t> import </a:t>
            </a:r>
            <a:r>
              <a:rPr lang="en-US" altLang="en-GB" sz="1800" dirty="0" err="1"/>
              <a:t>structural_similarity</a:t>
            </a:r>
            <a:r>
              <a:rPr lang="en-US" altLang="en-GB" sz="1800" dirty="0"/>
              <a:t> as </a:t>
            </a:r>
            <a:r>
              <a:rPr lang="en-US" altLang="en-GB" sz="1800" dirty="0" err="1"/>
              <a:t>ssim</a:t>
            </a:r>
            <a:endParaRPr lang="en-US" altLang="en-GB" sz="1800" dirty="0"/>
          </a:p>
          <a:p>
            <a:r>
              <a:rPr lang="en-US" altLang="en-GB" sz="1800" dirty="0"/>
              <a:t>import cv2</a:t>
            </a:r>
          </a:p>
          <a:p>
            <a:r>
              <a:rPr lang="en-US" altLang="en-GB" sz="1800" dirty="0"/>
              <a:t>app = Flask(__name__)</a:t>
            </a:r>
          </a:p>
          <a:p>
            <a:r>
              <a:rPr lang="en-US" altLang="en-GB" sz="1800" dirty="0"/>
              <a:t># Use absolute path to avoid "static \ uploads" bug</a:t>
            </a:r>
          </a:p>
          <a:p>
            <a:r>
              <a:rPr lang="en-US" altLang="en-GB" sz="1800" dirty="0"/>
              <a:t>BASE_DIR = Path(__file__).resolve().parent</a:t>
            </a:r>
          </a:p>
          <a:p>
            <a:r>
              <a:rPr lang="en-US" altLang="en-GB" sz="1800" dirty="0"/>
              <a:t>UPLOAD_FOLDER = BASE_DIR / 'static' / 'uploads'</a:t>
            </a:r>
          </a:p>
          <a:p>
            <a:r>
              <a:rPr lang="en-US" altLang="en-GB" sz="1800" dirty="0" err="1"/>
              <a:t>UPLOAD_FOLDER.mkdir</a:t>
            </a:r>
            <a:r>
              <a:rPr lang="en-US" altLang="en-GB" sz="1800" dirty="0"/>
              <a:t>(parents=True, </a:t>
            </a:r>
            <a:r>
              <a:rPr lang="en-US" altLang="en-GB" sz="1800" dirty="0" err="1"/>
              <a:t>exist_ok</a:t>
            </a:r>
            <a:r>
              <a:rPr lang="en-US" altLang="en-GB" sz="1800" dirty="0"/>
              <a:t>=True)</a:t>
            </a:r>
          </a:p>
          <a:p>
            <a:r>
              <a:rPr lang="en-US" altLang="en-GB" sz="1800" dirty="0" err="1"/>
              <a:t>app.config</a:t>
            </a:r>
            <a:r>
              <a:rPr lang="en-US" altLang="en-GB" sz="1800" dirty="0"/>
              <a:t>['UPLOAD_FOLDER'] = str(UPLOAD_FOLDER)</a:t>
            </a:r>
          </a:p>
          <a:p>
            <a:r>
              <a:rPr lang="en-US" altLang="en-GB" sz="1800" dirty="0"/>
              <a:t>def </a:t>
            </a:r>
            <a:r>
              <a:rPr lang="en-US" altLang="en-GB" sz="1800" dirty="0" err="1"/>
              <a:t>compare_faces</a:t>
            </a:r>
            <a:r>
              <a:rPr lang="en-US" altLang="en-GB" sz="1800" dirty="0"/>
              <a:t>(img1_path, img2_path):</a:t>
            </a:r>
          </a:p>
          <a:p>
            <a:r>
              <a:rPr lang="en-US" altLang="en-GB" sz="1800" dirty="0"/>
              <a:t>    img1 = cv2.imread(str(img1_path))</a:t>
            </a:r>
          </a:p>
          <a:p>
            <a:r>
              <a:rPr lang="en-US" altLang="en-GB" sz="1800" dirty="0"/>
              <a:t>    img2 = cv2.imread(str(img2_path))</a:t>
            </a:r>
          </a:p>
          <a:p>
            <a:r>
              <a:rPr lang="en-US" altLang="en-GB" sz="1800" dirty="0"/>
              <a:t> img1_gray = cv2.cvtColor(img1, cv2.COLOR_BGR2GRAY)</a:t>
            </a:r>
          </a:p>
          <a:p>
            <a:r>
              <a:rPr lang="en-US" altLang="en-GB" sz="1800" dirty="0"/>
              <a:t>    img2_gray = cv2.cvtColor(img2, cv2.COLOR_BGR2GRAY)</a:t>
            </a:r>
          </a:p>
          <a:p>
            <a:r>
              <a:rPr lang="en-US" altLang="en-GB" sz="1800" dirty="0"/>
              <a:t>    img2_gray = cv2.resize(img2_gray, (img1_gray.shape[1], img1_gray.shape[0]))</a:t>
            </a:r>
          </a:p>
          <a:p>
            <a:r>
              <a:rPr lang="en-US" altLang="en-GB" sz="1800" dirty="0"/>
              <a:t>    score, _ = </a:t>
            </a:r>
            <a:r>
              <a:rPr lang="en-US" altLang="en-GB" sz="1800" dirty="0" err="1"/>
              <a:t>ssim</a:t>
            </a:r>
            <a:r>
              <a:rPr lang="en-US" altLang="en-GB" sz="1800" dirty="0"/>
              <a:t>(img1_gray, img2_gray, full=True)</a:t>
            </a:r>
          </a:p>
          <a:p>
            <a:r>
              <a:rPr lang="en-US" altLang="en-GB" sz="1800" dirty="0"/>
              <a:t>    result = "✅ Identity Verified: Faces are similar." if score &gt; 0.7 else "❌ Identity Verification Failed: Faces are different."</a:t>
            </a:r>
          </a:p>
          <a:p>
            <a:r>
              <a:rPr lang="en-US" altLang="en-GB" sz="1800" dirty="0"/>
              <a:t>    return result, score</a:t>
            </a:r>
          </a:p>
          <a:p>
            <a:endParaRPr lang="en-US" altLang="en-GB" sz="1800" dirty="0"/>
          </a:p>
          <a:p>
            <a:endParaRPr lang="en-US" altLang="en-GB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D670B4-8DA2-C736-1200-5B324B4DA955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7E195FC-0E95-849D-9C46-EA7D20C2A5E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39F6D-1C76-3B8F-735D-1173E3151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4" y="651642"/>
            <a:ext cx="10972800" cy="5873916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@app.route('/', methods=['GET', 'POST'])</a:t>
            </a:r>
          </a:p>
          <a:p>
            <a:r>
              <a:rPr lang="en-IN" dirty="0"/>
              <a:t>def index():</a:t>
            </a:r>
          </a:p>
          <a:p>
            <a:r>
              <a:rPr lang="en-IN" dirty="0"/>
              <a:t>    result = None</a:t>
            </a:r>
          </a:p>
          <a:p>
            <a:r>
              <a:rPr lang="en-IN" dirty="0"/>
              <a:t>    score = None</a:t>
            </a:r>
          </a:p>
          <a:p>
            <a:r>
              <a:rPr lang="en-IN" dirty="0"/>
              <a:t>    img1_url = None</a:t>
            </a:r>
          </a:p>
          <a:p>
            <a:r>
              <a:rPr lang="en-IN" dirty="0"/>
              <a:t>    img2_url = None</a:t>
            </a:r>
          </a:p>
          <a:p>
            <a:r>
              <a:rPr lang="en-IN" dirty="0"/>
              <a:t>    if </a:t>
            </a:r>
            <a:r>
              <a:rPr lang="en-IN" dirty="0" err="1"/>
              <a:t>request.method</a:t>
            </a:r>
            <a:r>
              <a:rPr lang="en-IN" dirty="0"/>
              <a:t> == 'POST':</a:t>
            </a:r>
          </a:p>
          <a:p>
            <a:r>
              <a:rPr lang="en-IN" dirty="0"/>
              <a:t>        img1 = </a:t>
            </a:r>
            <a:r>
              <a:rPr lang="en-IN" dirty="0" err="1"/>
              <a:t>request.files</a:t>
            </a:r>
            <a:r>
              <a:rPr lang="en-IN" dirty="0"/>
              <a:t>['img1']</a:t>
            </a:r>
          </a:p>
          <a:p>
            <a:r>
              <a:rPr lang="en-IN" dirty="0"/>
              <a:t>        img2 = </a:t>
            </a:r>
            <a:r>
              <a:rPr lang="en-IN" dirty="0" err="1"/>
              <a:t>request.files</a:t>
            </a:r>
            <a:r>
              <a:rPr lang="en-IN" dirty="0"/>
              <a:t>['img2']</a:t>
            </a:r>
          </a:p>
          <a:p>
            <a:r>
              <a:rPr lang="en-IN" dirty="0"/>
              <a:t>        img1_filename = </a:t>
            </a:r>
            <a:r>
              <a:rPr lang="en-IN" dirty="0" err="1"/>
              <a:t>secure_filename</a:t>
            </a:r>
            <a:r>
              <a:rPr lang="en-IN" dirty="0"/>
              <a:t>(img1.filename)</a:t>
            </a:r>
          </a:p>
          <a:p>
            <a:r>
              <a:rPr lang="en-IN" dirty="0"/>
              <a:t>        img2_filename = </a:t>
            </a:r>
            <a:r>
              <a:rPr lang="en-IN" dirty="0" err="1"/>
              <a:t>secure_filename</a:t>
            </a:r>
            <a:r>
              <a:rPr lang="en-IN" dirty="0"/>
              <a:t>(img2.filename)</a:t>
            </a:r>
          </a:p>
          <a:p>
            <a:r>
              <a:rPr lang="en-IN" dirty="0"/>
              <a:t>        img1_path = UPLOAD_FOLDER / img1_filename</a:t>
            </a:r>
          </a:p>
          <a:p>
            <a:r>
              <a:rPr lang="en-IN" dirty="0"/>
              <a:t>        img2_path = UPLOAD_FOLDER / img2_filename</a:t>
            </a:r>
          </a:p>
          <a:p>
            <a:r>
              <a:rPr lang="en-IN" dirty="0"/>
              <a:t>        img1.save(str(img1_path))</a:t>
            </a:r>
          </a:p>
          <a:p>
            <a:r>
              <a:rPr lang="en-IN" dirty="0"/>
              <a:t>        img2.save(str(img2_path))</a:t>
            </a:r>
          </a:p>
          <a:p>
            <a:r>
              <a:rPr lang="en-IN" dirty="0"/>
              <a:t>        result, score = </a:t>
            </a:r>
            <a:r>
              <a:rPr lang="en-IN" dirty="0" err="1"/>
              <a:t>compare_faces</a:t>
            </a:r>
            <a:r>
              <a:rPr lang="en-IN" dirty="0"/>
              <a:t>(img1_path, img2_path)</a:t>
            </a:r>
          </a:p>
          <a:p>
            <a:r>
              <a:rPr lang="en-IN" dirty="0"/>
              <a:t>        img1_url = </a:t>
            </a:r>
            <a:r>
              <a:rPr lang="en-IN" dirty="0" err="1"/>
              <a:t>url_for</a:t>
            </a:r>
            <a:r>
              <a:rPr lang="en-IN" dirty="0"/>
              <a:t>('static', filename=</a:t>
            </a:r>
            <a:r>
              <a:rPr lang="en-IN" dirty="0" err="1"/>
              <a:t>f'uploads</a:t>
            </a:r>
            <a:r>
              <a:rPr lang="en-IN" dirty="0"/>
              <a:t>/{img1_filename}')</a:t>
            </a:r>
          </a:p>
          <a:p>
            <a:r>
              <a:rPr lang="en-IN" dirty="0"/>
              <a:t>        img2_url = </a:t>
            </a:r>
            <a:r>
              <a:rPr lang="en-IN" dirty="0" err="1"/>
              <a:t>url_for</a:t>
            </a:r>
            <a:r>
              <a:rPr lang="en-IN" dirty="0"/>
              <a:t>('static', filename=</a:t>
            </a:r>
            <a:r>
              <a:rPr lang="en-IN" dirty="0" err="1"/>
              <a:t>f'uploads</a:t>
            </a:r>
            <a:r>
              <a:rPr lang="en-IN" dirty="0"/>
              <a:t>/{img2_filename}')</a:t>
            </a:r>
          </a:p>
          <a:p>
            <a:endParaRPr lang="en-IN" dirty="0"/>
          </a:p>
          <a:p>
            <a:r>
              <a:rPr lang="en-IN" dirty="0"/>
              <a:t>    return </a:t>
            </a:r>
            <a:r>
              <a:rPr lang="en-IN" dirty="0" err="1"/>
              <a:t>render_template</a:t>
            </a:r>
            <a:r>
              <a:rPr lang="en-IN" dirty="0"/>
              <a:t>('index.html', result=result, score=score, img1_url=img1_url, img2_url=img2_url)</a:t>
            </a:r>
          </a:p>
          <a:p>
            <a:endParaRPr lang="en-IN" dirty="0"/>
          </a:p>
          <a:p>
            <a:r>
              <a:rPr lang="en-IN" dirty="0"/>
              <a:t>if __name__ == '__main__':</a:t>
            </a:r>
          </a:p>
          <a:p>
            <a:r>
              <a:rPr lang="en-IN" dirty="0"/>
              <a:t>    </a:t>
            </a:r>
            <a:r>
              <a:rPr lang="en-IN" dirty="0" err="1"/>
              <a:t>app.run</a:t>
            </a:r>
            <a:r>
              <a:rPr lang="en-IN" dirty="0"/>
              <a:t>(debug=True)</a:t>
            </a:r>
          </a:p>
        </p:txBody>
      </p:sp>
    </p:spTree>
    <p:extLst>
      <p:ext uri="{BB962C8B-B14F-4D97-AF65-F5344CB8AC3E}">
        <p14:creationId xmlns:p14="http://schemas.microsoft.com/office/powerpoint/2010/main" val="2627936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 Output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GB" dirty="0"/>
              <a:t> 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F02DA0A-26D2-DB48-3D57-9375DF616C24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8077D2-F0B4-3D6C-077E-40E72EFE95A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CE5379-B7CD-684A-239F-43881A2A5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17072"/>
            <a:ext cx="4719145" cy="43158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D680A1-7C6D-CE2A-97E1-D041680BF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5076" y="1828799"/>
            <a:ext cx="609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Discussion</a:t>
            </a:r>
          </a:p>
        </p:txBody>
      </p:sp>
      <p:pic>
        <p:nvPicPr>
          <p:cNvPr id="2097166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67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951865" y="1607185"/>
            <a:ext cx="51479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Comparison with Existing Solutions:</a:t>
            </a:r>
          </a:p>
          <a:p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3039DB-70E6-21AE-B411-E99134D6F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518097"/>
              </p:ext>
            </p:extLst>
          </p:nvPr>
        </p:nvGraphicFramePr>
        <p:xfrm>
          <a:off x="609600" y="2266586"/>
          <a:ext cx="10515600" cy="43997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716488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6567479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686037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35124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b="1" dirty="0">
                          <a:latin typeface="Aptos" panose="020B00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b="1">
                          <a:latin typeface="Aptos" panose="020B0004020202020204" pitchFamily="34" charset="0"/>
                        </a:rPr>
                        <a:t>Traditional Manual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b="1">
                          <a:latin typeface="Aptos" panose="020B0004020202020204" pitchFamily="34" charset="0"/>
                        </a:rPr>
                        <a:t>On-Premise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b="1" dirty="0">
                          <a:latin typeface="Aptos" panose="020B0004020202020204" pitchFamily="34" charset="0"/>
                        </a:rPr>
                        <a:t>Our Cloud-Based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351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Processing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Hours to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Minutes to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05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Aptos" panose="020B0004020202020204" pitchFamily="34" charset="0"/>
                        </a:rPr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High (scalable on demand)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954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Depends on human judgment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Aptos" panose="020B0004020202020204" pitchFamily="34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High (advanced face matching)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06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Real-Time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898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>
                          <a:latin typeface="Aptos" panose="020B0004020202020204" pitchFamily="34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Aptos" panose="020B0004020202020204" pitchFamily="34" charset="0"/>
                        </a:rPr>
                        <a:t>Low (cloud managed)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4806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Limitations</a:t>
            </a:r>
          </a:p>
        </p:txBody>
      </p:sp>
      <p:pic>
        <p:nvPicPr>
          <p:cNvPr id="2097168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69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Transparent padlock">
            <a:extLst>
              <a:ext uri="{FF2B5EF4-FFF2-40B4-BE49-F238E27FC236}">
                <a16:creationId xmlns:a16="http://schemas.microsoft.com/office/drawing/2014/main" id="{E9DCBB03-589A-F025-9056-49A2F796C9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71" r="49636" b="73"/>
          <a:stretch/>
        </p:blipFill>
        <p:spPr>
          <a:xfrm>
            <a:off x="8450317" y="1578610"/>
            <a:ext cx="3741683" cy="527939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D959E07-6EAF-AD86-76A9-FF5580A3CC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3986" y="2167418"/>
            <a:ext cx="6812249" cy="3686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Sensitive information can be hacked or leaked.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Needs a good internet connection to work properly.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Cloud processing can cause delays.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Different countries have different privacy laws.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Hard to connect with old systems or other apps.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B344-168F-1ED4-0A63-683149FA7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USE CASES</a:t>
            </a:r>
            <a:endParaRPr lang="en-IN" dirty="0"/>
          </a:p>
        </p:txBody>
      </p:sp>
      <p:pic>
        <p:nvPicPr>
          <p:cNvPr id="4" name="Picture 3" descr="Pen placed on top of a signature line">
            <a:extLst>
              <a:ext uri="{FF2B5EF4-FFF2-40B4-BE49-F238E27FC236}">
                <a16:creationId xmlns:a16="http://schemas.microsoft.com/office/drawing/2014/main" id="{241E502E-F82A-053A-BE1C-82C5EFFCB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290" r="4323" b="-3"/>
          <a:stretch/>
        </p:blipFill>
        <p:spPr>
          <a:xfrm>
            <a:off x="8139478" y="1600201"/>
            <a:ext cx="4052522" cy="5081753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E14DD854-0998-FA6E-A72C-D31CE2BE9FEA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357352" y="359791"/>
            <a:ext cx="1135117" cy="1342884"/>
          </a:xfrm>
          <a:prstGeom prst="rect">
            <a:avLst/>
          </a:prstGeom>
          <a:noFill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BA402BE-5FF0-A334-5F80-586B347859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352" y="1691493"/>
            <a:ext cx="7782126" cy="512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Online Banking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Verifying customers  identities before opening accounts or approving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E-commerce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Confirming buyer or seller identities to prevent fraud.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Remote Employee Onboarding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Checking new employees  identities without needing physical presence.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Access Control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Allowing secure entry to buildings or systems based on verified digital IDs.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Government Services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Verifying citizens’ identity for benefits, voting, or tax filing online.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C050756-E5A6-32F5-F94E-ABFA18EE488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1605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>
          <a:xfrm>
            <a:off x="357505" y="1691005"/>
            <a:ext cx="11224895" cy="48825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Enhancements or improvements: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Support:- Extend code generation to Java, JavaScript, and other programming languages.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Integration:- Implement plugins for VS Code, PyCharm, and other development environments.</a:t>
            </a:r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Extensions of the Project: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Code Generation:- Expand support for Java, JavaScript, C#, and more.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with Al Models:-Use advanced Al like GPT-4 or Codex for smarter code suggestions.</a:t>
            </a:r>
          </a:p>
        </p:txBody>
      </p:sp>
      <p:pic>
        <p:nvPicPr>
          <p:cNvPr id="2097170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71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396875" y="1955800"/>
            <a:ext cx="6298215" cy="462788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" panose="02020603050405020304" pitchFamily="18" charset="0"/>
                <a:ea typeface="+mn-lt"/>
                <a:cs typeface="Times" panose="02020603050405020304" pitchFamily="18" charset="0"/>
              </a:rPr>
              <a:t>Cloud-based identity verification enhances security, efficiency, and compliance.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" panose="02020603050405020304" pitchFamily="18" charset="0"/>
                <a:ea typeface="+mn-lt"/>
                <a:cs typeface="Times" panose="02020603050405020304" pitchFamily="18" charset="0"/>
              </a:rPr>
              <a:t>AI and blockchain improve fraud detection and trust in digital identity.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" panose="02020603050405020304" pitchFamily="18" charset="0"/>
                <a:ea typeface="+mn-lt"/>
                <a:cs typeface="Times" panose="02020603050405020304" pitchFamily="18" charset="0"/>
              </a:rPr>
              <a:t>The system adapts to various industries and regulatory standards.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" panose="02020603050405020304" pitchFamily="18" charset="0"/>
                <a:ea typeface="+mn-lt"/>
                <a:cs typeface="Times" panose="02020603050405020304" pitchFamily="18" charset="0"/>
              </a:rPr>
              <a:t>Future advancements will strengthen identity security and global adoption.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" panose="02020603050405020304" pitchFamily="18" charset="0"/>
                <a:ea typeface="+mn-lt"/>
                <a:cs typeface="Times" panose="02020603050405020304" pitchFamily="18" charset="0"/>
              </a:rPr>
              <a:t>By integrating AI and blockchain, the solution ensures a seamless, fast, and reliable identity verification process.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" panose="02020603050405020304" pitchFamily="18" charset="0"/>
                <a:ea typeface="+mn-lt"/>
                <a:cs typeface="Times" panose="02020603050405020304" pitchFamily="18" charset="0"/>
              </a:rPr>
              <a:t>Widespread adoption of such systems can significantly reduce fraud and unauthorized access.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  <p:pic>
        <p:nvPicPr>
          <p:cNvPr id="2097172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73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Conclusion Vector Art, Icons, and Graphics for Free Download">
            <a:extLst>
              <a:ext uri="{FF2B5EF4-FFF2-40B4-BE49-F238E27FC236}">
                <a16:creationId xmlns:a16="http://schemas.microsoft.com/office/drawing/2014/main" id="{0F6863DE-86D7-B8CD-F501-4FFF5555B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910" y="2205297"/>
            <a:ext cx="5458968" cy="34774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>
          <a:xfrm>
            <a:off x="609600" y="2047875"/>
            <a:ext cx="10972800" cy="45059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National Institute of Standards and Technology (NIST) – Cloud Security and Identity Management Guidelines (NIST SP 800-53, NIST SP 800-63) Available at: </a:t>
            </a:r>
            <a:r>
              <a:rPr lang="en-US" sz="22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https://www.nist.gov/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• General Data Protection Regulation (GDPR) – European Union Cloud Data Privacy Regulations Available at: </a:t>
            </a:r>
            <a:r>
              <a:rPr lang="en-US" sz="22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https://gdpr.eu/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• ISO/IEC 27017 – Cloud Security Controls for Service Providers and Users Available at: </a:t>
            </a:r>
            <a:r>
              <a:rPr lang="en-US" sz="22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https://www.iso.org/standard/43757.html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FIDO2 &amp;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WebAuthn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Standards –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Passwordless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Authentication Framework Available at: </a:t>
            </a:r>
            <a:r>
              <a:rPr lang="en-US" sz="22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https://fidoalliance.org/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097174" name="Picture 3"/>
          <p:cNvPicPr/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75" name="Picture 4"/>
          <p:cNvPicPr/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" y="1929655"/>
            <a:ext cx="11186160" cy="5584190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altLang="en-GB" sz="4000" b="1" dirty="0">
                <a:latin typeface="Times New Roman" panose="02020603050405020304" charset="0"/>
                <a:cs typeface="Times New Roman" panose="02020603050405020304" charset="0"/>
              </a:rPr>
              <a:t>Books :</a:t>
            </a:r>
          </a:p>
          <a:p>
            <a:r>
              <a:rPr lang="en-US" sz="2700" dirty="0">
                <a:latin typeface="Aptos Display" panose="020B0004020202020204" pitchFamily="34" charset="0"/>
              </a:rPr>
              <a:t>Cloud Computing: Concepts, Technology &amp; Architecture</a:t>
            </a:r>
          </a:p>
          <a:p>
            <a:r>
              <a:rPr lang="en-US" sz="2700" dirty="0">
                <a:latin typeface="Aptos Display" panose="020B0004020202020204" pitchFamily="34" charset="0"/>
              </a:rPr>
              <a:t>Biometric Systems: Technology, Design and Performance Evaluation</a:t>
            </a:r>
          </a:p>
          <a:p>
            <a:r>
              <a:rPr lang="en-US" sz="2700" dirty="0">
                <a:latin typeface="Aptos Display" panose="020B0004020202020204" pitchFamily="34" charset="0"/>
              </a:rPr>
              <a:t>Security and Privacy in Biometrics</a:t>
            </a:r>
          </a:p>
          <a:p>
            <a:r>
              <a:rPr lang="en-IN" sz="2700" dirty="0">
                <a:latin typeface="Aptos Display" panose="020B0004020202020204" pitchFamily="34" charset="0"/>
              </a:rPr>
              <a:t>Cloud Security and Privacy</a:t>
            </a:r>
            <a:endParaRPr lang="en-US" altLang="en-GB" sz="27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altLang="en-GB" sz="4000" b="1" dirty="0">
                <a:latin typeface="Times New Roman" panose="02020603050405020304" charset="0"/>
                <a:cs typeface="Times New Roman" panose="02020603050405020304" charset="0"/>
              </a:rPr>
              <a:t>Research Papers:</a:t>
            </a:r>
          </a:p>
          <a:p>
            <a:r>
              <a:rPr lang="en-US" sz="2700" dirty="0">
                <a:latin typeface="Aptos Display" panose="020B0004020202020204" pitchFamily="34" charset="0"/>
              </a:rPr>
              <a:t>Digital identity management: Technological, business and social implications</a:t>
            </a:r>
          </a:p>
          <a:p>
            <a:r>
              <a:rPr lang="en-US" sz="2700" dirty="0">
                <a:latin typeface="Aptos Display" panose="020B0004020202020204" pitchFamily="34" charset="0"/>
              </a:rPr>
              <a:t>A framework for secure digital identity management in cloud computing</a:t>
            </a:r>
            <a:endParaRPr lang="en-US" altLang="en-GB" sz="2700" dirty="0">
              <a:latin typeface="Aptos Display" panose="020B0004020202020204" pitchFamily="34" charset="0"/>
              <a:cs typeface="Times New Roman" panose="020206030504050203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6AB7B4-23CE-1157-18A3-DCF136201A64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1076AD28-CCEF-5589-5D1F-D14570C6DF4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346841" y="2857500"/>
            <a:ext cx="10972800" cy="1143000"/>
          </a:xfrm>
        </p:spPr>
        <p:txBody>
          <a:bodyPr>
            <a:noAutofit/>
          </a:bodyPr>
          <a:lstStyle/>
          <a:p>
            <a:r>
              <a:rPr sz="8000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F3F8FE-2C67-6DB5-ED8E-E43E83A84199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E22ED58-3B91-AEA9-101A-642FEFAEB13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1418</Words>
  <Application>Microsoft Office PowerPoint</Application>
  <PresentationFormat>Widescreen</PresentationFormat>
  <Paragraphs>155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Aptos Display</vt:lpstr>
      <vt:lpstr>Aptos Narrow</vt:lpstr>
      <vt:lpstr>Arial</vt:lpstr>
      <vt:lpstr>Calibri</vt:lpstr>
      <vt:lpstr>The Serif Hand Black (Headings)</vt:lpstr>
      <vt:lpstr>Times</vt:lpstr>
      <vt:lpstr>Times New Roman</vt:lpstr>
      <vt:lpstr>Wingdings</vt:lpstr>
      <vt:lpstr>Office Theme</vt:lpstr>
      <vt:lpstr>Cloud Based Digital Identity Verification System</vt:lpstr>
      <vt:lpstr>Introduction</vt:lpstr>
      <vt:lpstr>Problem Statement  </vt:lpstr>
      <vt:lpstr>Objectives</vt:lpstr>
      <vt:lpstr>Literature Review / Background</vt:lpstr>
      <vt:lpstr>Methodology</vt:lpstr>
      <vt:lpstr>System  Architecture</vt:lpstr>
      <vt:lpstr> </vt:lpstr>
      <vt:lpstr>Implementation workflow</vt:lpstr>
      <vt:lpstr> Code </vt:lpstr>
      <vt:lpstr>PowerPoint Presentation</vt:lpstr>
      <vt:lpstr> Output Screenshot</vt:lpstr>
      <vt:lpstr>Results &amp; Discussion</vt:lpstr>
      <vt:lpstr>Challenges &amp; Limitations</vt:lpstr>
      <vt:lpstr>USE CASES</vt:lpstr>
      <vt:lpstr>Future Scope</vt:lpstr>
      <vt:lpstr>Conclusion</vt:lpstr>
      <vt:lpstr>References</vt:lpstr>
      <vt:lpstr>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Code Generation for Nested Loops and Conditionals</dc:title>
  <dc:creator>sankar</dc:creator>
  <cp:lastModifiedBy>Lahari Sai</cp:lastModifiedBy>
  <cp:revision>4</cp:revision>
  <dcterms:created xsi:type="dcterms:W3CDTF">2025-03-05T04:29:56Z</dcterms:created>
  <dcterms:modified xsi:type="dcterms:W3CDTF">2025-06-02T04:01:19Z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9CBC2DCD6E1E4B27BC3609A75C4721E5_12</vt:lpwstr>
  </property>
  <property fmtid="{D5CDD505-2E9C-101B-9397-08002B2CF9AE}" pid="3" name="KSOProductBuildVer">
    <vt:lpwstr>2057-12.2.0.19821</vt:lpwstr>
  </property>
</Properties>
</file>